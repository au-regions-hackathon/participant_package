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39F9F-686E-484E-AD5C-4B3B437EDCA7}" v="24" dt="2026-10-02T13:35:5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66540" autoAdjust="0"/>
  </p:normalViewPr>
  <p:slideViewPr>
    <p:cSldViewPr snapToGrid="0">
      <p:cViewPr varScale="1">
        <p:scale>
          <a:sx n="70" d="100"/>
          <a:sy n="70" d="100"/>
        </p:scale>
        <p:origin x="19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Molinari" userId="1bc8307d-da4d-4583-91df-e446e04593d6" providerId="ADAL" clId="{F765684F-8984-475E-A610-2A9685CABAC8}"/>
    <pc:docChg chg="undo custSel modSld">
      <pc:chgData name="Roberto Molinari" userId="1bc8307d-da4d-4583-91df-e446e04593d6" providerId="ADAL" clId="{F765684F-8984-475E-A610-2A9685CABAC8}" dt="2026-10-02T14:43:24.962" v="1376" actId="20577"/>
      <pc:docMkLst>
        <pc:docMk/>
      </pc:docMkLst>
      <pc:sldChg chg="delSp modSp mod modNotesTx">
        <pc:chgData name="Roberto Molinari" userId="1bc8307d-da4d-4583-91df-e446e04593d6" providerId="ADAL" clId="{F765684F-8984-475E-A610-2A9685CABAC8}" dt="2026-10-02T14:43:24.962" v="1376" actId="20577"/>
        <pc:sldMkLst>
          <pc:docMk/>
          <pc:sldMk cId="1104832330" sldId="256"/>
        </pc:sldMkLst>
        <pc:spChg chg="mod">
          <ac:chgData name="Roberto Molinari" userId="1bc8307d-da4d-4583-91df-e446e04593d6" providerId="ADAL" clId="{F765684F-8984-475E-A610-2A9685CABAC8}" dt="2026-10-02T13:15:55.268" v="1292" actId="20577"/>
          <ac:spMkLst>
            <pc:docMk/>
            <pc:sldMk cId="1104832330" sldId="256"/>
            <ac:spMk id="6" creationId="{75A562A6-31A6-40DD-B65D-1C292E084666}"/>
          </ac:spMkLst>
        </pc:spChg>
        <pc:spChg chg="mod">
          <ac:chgData name="Roberto Molinari" userId="1bc8307d-da4d-4583-91df-e446e04593d6" providerId="ADAL" clId="{F765684F-8984-475E-A610-2A9685CABAC8}" dt="2026-10-01T21:37:04.189" v="1069" actId="20577"/>
          <ac:spMkLst>
            <pc:docMk/>
            <pc:sldMk cId="1104832330" sldId="256"/>
            <ac:spMk id="8" creationId="{C1E52F80-1617-4BA9-B37F-D9516985D414}"/>
          </ac:spMkLst>
        </pc:spChg>
      </pc:sldChg>
      <pc:sldChg chg="delSp modSp mod modNotesTx">
        <pc:chgData name="Roberto Molinari" userId="1bc8307d-da4d-4583-91df-e446e04593d6" providerId="ADAL" clId="{F765684F-8984-475E-A610-2A9685CABAC8}" dt="2026-10-02T14:43:19.185" v="1375" actId="20577"/>
        <pc:sldMkLst>
          <pc:docMk/>
          <pc:sldMk cId="238310092" sldId="257"/>
        </pc:sldMkLst>
        <pc:spChg chg="mod">
          <ac:chgData name="Roberto Molinari" userId="1bc8307d-da4d-4583-91df-e446e04593d6" providerId="ADAL" clId="{F765684F-8984-475E-A610-2A9685CABAC8}" dt="2026-09-30T22:01:02.554" v="22" actId="1036"/>
          <ac:spMkLst>
            <pc:docMk/>
            <pc:sldMk cId="238310092" sldId="257"/>
            <ac:spMk id="2" creationId="{C40DA1B8-FF1A-4DE9-9D6B-D22721CAF849}"/>
          </ac:spMkLst>
        </pc:spChg>
        <pc:spChg chg="mod">
          <ac:chgData name="Roberto Molinari" userId="1bc8307d-da4d-4583-91df-e446e04593d6" providerId="ADAL" clId="{F765684F-8984-475E-A610-2A9685CABAC8}" dt="2026-10-02T13:16:20.747" v="1297" actId="6549"/>
          <ac:spMkLst>
            <pc:docMk/>
            <pc:sldMk cId="238310092" sldId="257"/>
            <ac:spMk id="22" creationId="{4C89D493-1BE2-4B87-BC40-8240D3971196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3:15.550" v="1374" actId="20577"/>
        <pc:sldMkLst>
          <pc:docMk/>
          <pc:sldMk cId="1907805051" sldId="258"/>
        </pc:sldMkLst>
        <pc:spChg chg="mod">
          <ac:chgData name="Roberto Molinari" userId="1bc8307d-da4d-4583-91df-e446e04593d6" providerId="ADAL" clId="{F765684F-8984-475E-A610-2A9685CABAC8}" dt="2026-09-30T22:22:53.147" v="70" actId="1036"/>
          <ac:spMkLst>
            <pc:docMk/>
            <pc:sldMk cId="1907805051" sldId="258"/>
            <ac:spMk id="2" creationId="{1E82F12E-960D-4140-A3C7-E72E2B8168EC}"/>
          </ac:spMkLst>
        </pc:spChg>
        <pc:spChg chg="add">
          <ac:chgData name="Roberto Molinari" userId="1bc8307d-da4d-4583-91df-e446e04593d6" providerId="ADAL" clId="{F765684F-8984-475E-A610-2A9685CABAC8}" dt="2026-10-02T13:17:51.922" v="1299" actId="22"/>
          <ac:spMkLst>
            <pc:docMk/>
            <pc:sldMk cId="1907805051" sldId="258"/>
            <ac:spMk id="19" creationId="{51040C24-358B-2C1F-B6F3-D8D32188DE80}"/>
          </ac:spMkLst>
        </pc:spChg>
        <pc:spChg chg="add del">
          <ac:chgData name="Roberto Molinari" userId="1bc8307d-da4d-4583-91df-e446e04593d6" providerId="ADAL" clId="{F765684F-8984-475E-A610-2A9685CABAC8}" dt="2026-10-02T13:17:51.480" v="1298" actId="478"/>
          <ac:spMkLst>
            <pc:docMk/>
            <pc:sldMk cId="1907805051" sldId="258"/>
            <ac:spMk id="20" creationId="{AC34FDFF-DDFE-45A8-E5E2-5ABCED1E0562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3:12.411" v="1373" actId="20577"/>
        <pc:sldMkLst>
          <pc:docMk/>
          <pc:sldMk cId="1686464053" sldId="259"/>
        </pc:sldMkLst>
        <pc:spChg chg="mod">
          <ac:chgData name="Roberto Molinari" userId="1bc8307d-da4d-4583-91df-e446e04593d6" providerId="ADAL" clId="{F765684F-8984-475E-A610-2A9685CABAC8}" dt="2026-09-30T22:23:03.458" v="86" actId="1036"/>
          <ac:spMkLst>
            <pc:docMk/>
            <pc:sldMk cId="1686464053" sldId="259"/>
            <ac:spMk id="2" creationId="{E1A83DE7-537D-49E9-A805-6C22B2CBB760}"/>
          </ac:spMkLst>
        </pc:spChg>
        <pc:spChg chg="mod">
          <ac:chgData name="Roberto Molinari" userId="1bc8307d-da4d-4583-91df-e446e04593d6" providerId="ADAL" clId="{F765684F-8984-475E-A610-2A9685CABAC8}" dt="2026-09-30T22:22:10.802" v="53" actId="1035"/>
          <ac:spMkLst>
            <pc:docMk/>
            <pc:sldMk cId="1686464053" sldId="259"/>
            <ac:spMk id="17" creationId="{888204AE-6217-4015-88FF-553F0D24C03F}"/>
          </ac:spMkLst>
        </pc:spChg>
        <pc:spChg chg="add">
          <ac:chgData name="Roberto Molinari" userId="1bc8307d-da4d-4583-91df-e446e04593d6" providerId="ADAL" clId="{F765684F-8984-475E-A610-2A9685CABAC8}" dt="2026-10-02T13:17:59.009" v="1301" actId="22"/>
          <ac:spMkLst>
            <pc:docMk/>
            <pc:sldMk cId="1686464053" sldId="259"/>
            <ac:spMk id="18" creationId="{EAB30691-9BC5-338E-FF20-D90510FB820F}"/>
          </ac:spMkLst>
        </pc:spChg>
        <pc:spChg chg="add del">
          <ac:chgData name="Roberto Molinari" userId="1bc8307d-da4d-4583-91df-e446e04593d6" providerId="ADAL" clId="{F765684F-8984-475E-A610-2A9685CABAC8}" dt="2026-10-02T13:17:58.285" v="1300" actId="478"/>
          <ac:spMkLst>
            <pc:docMk/>
            <pc:sldMk cId="1686464053" sldId="259"/>
            <ac:spMk id="20" creationId="{C8FF5B59-76D6-4001-9431-53EC493C67CF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3:07.653" v="1372" actId="20577"/>
        <pc:sldMkLst>
          <pc:docMk/>
          <pc:sldMk cId="1891623114" sldId="260"/>
        </pc:sldMkLst>
        <pc:spChg chg="mod">
          <ac:chgData name="Roberto Molinari" userId="1bc8307d-da4d-4583-91df-e446e04593d6" providerId="ADAL" clId="{F765684F-8984-475E-A610-2A9685CABAC8}" dt="2026-09-30T22:23:24.422" v="107" actId="1036"/>
          <ac:spMkLst>
            <pc:docMk/>
            <pc:sldMk cId="1891623114" sldId="260"/>
            <ac:spMk id="2" creationId="{CFCB93C0-786D-4F0A-B207-6380610F1D85}"/>
          </ac:spMkLst>
        </pc:spChg>
        <pc:spChg chg="add">
          <ac:chgData name="Roberto Molinari" userId="1bc8307d-da4d-4583-91df-e446e04593d6" providerId="ADAL" clId="{F765684F-8984-475E-A610-2A9685CABAC8}" dt="2026-10-02T13:18:04.984" v="1303" actId="22"/>
          <ac:spMkLst>
            <pc:docMk/>
            <pc:sldMk cId="1891623114" sldId="260"/>
            <ac:spMk id="7" creationId="{8E97A533-BE7A-4419-80B3-5929D8C35128}"/>
          </ac:spMkLst>
        </pc:spChg>
        <pc:spChg chg="mod">
          <ac:chgData name="Roberto Molinari" userId="1bc8307d-da4d-4583-91df-e446e04593d6" providerId="ADAL" clId="{F765684F-8984-475E-A610-2A9685CABAC8}" dt="2026-10-01T21:54:14.661" v="1070" actId="20577"/>
          <ac:spMkLst>
            <pc:docMk/>
            <pc:sldMk cId="1891623114" sldId="260"/>
            <ac:spMk id="9" creationId="{46A77B76-7795-4EB7-B7D2-7F96B9A1C9BA}"/>
          </ac:spMkLst>
        </pc:spChg>
        <pc:spChg chg="mod">
          <ac:chgData name="Roberto Molinari" userId="1bc8307d-da4d-4583-91df-e446e04593d6" providerId="ADAL" clId="{F765684F-8984-475E-A610-2A9685CABAC8}" dt="2026-09-30T22:23:35.250" v="108" actId="20577"/>
          <ac:spMkLst>
            <pc:docMk/>
            <pc:sldMk cId="1891623114" sldId="260"/>
            <ac:spMk id="12" creationId="{1F22A51F-29FB-4934-AECD-28E9308658BB}"/>
          </ac:spMkLst>
        </pc:spChg>
        <pc:spChg chg="add del">
          <ac:chgData name="Roberto Molinari" userId="1bc8307d-da4d-4583-91df-e446e04593d6" providerId="ADAL" clId="{F765684F-8984-475E-A610-2A9685CABAC8}" dt="2026-10-02T13:18:04.610" v="1302" actId="478"/>
          <ac:spMkLst>
            <pc:docMk/>
            <pc:sldMk cId="1891623114" sldId="260"/>
            <ac:spMk id="15" creationId="{A541D64C-AE1B-D87A-A9E7-287B4306B8AF}"/>
          </ac:spMkLst>
        </pc:spChg>
        <pc:spChg chg="add mod">
          <ac:chgData name="Roberto Molinari" userId="1bc8307d-da4d-4583-91df-e446e04593d6" providerId="ADAL" clId="{F765684F-8984-475E-A610-2A9685CABAC8}" dt="2026-10-02T13:37:27.067" v="1349" actId="20577"/>
          <ac:spMkLst>
            <pc:docMk/>
            <pc:sldMk cId="1891623114" sldId="260"/>
            <ac:spMk id="16" creationId="{3A2EE02A-D39F-E129-FDBD-D719FB5914A1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3:03.381" v="1371" actId="20577"/>
        <pc:sldMkLst>
          <pc:docMk/>
          <pc:sldMk cId="1144891551" sldId="261"/>
        </pc:sldMkLst>
        <pc:spChg chg="mod">
          <ac:chgData name="Roberto Molinari" userId="1bc8307d-da4d-4583-91df-e446e04593d6" providerId="ADAL" clId="{F765684F-8984-475E-A610-2A9685CABAC8}" dt="2026-09-30T22:24:00.968" v="130" actId="1036"/>
          <ac:spMkLst>
            <pc:docMk/>
            <pc:sldMk cId="1144891551" sldId="261"/>
            <ac:spMk id="2" creationId="{8CFFE906-C1A1-47B3-8CF6-E9738C75AE84}"/>
          </ac:spMkLst>
        </pc:spChg>
        <pc:spChg chg="mod">
          <ac:chgData name="Roberto Molinari" userId="1bc8307d-da4d-4583-91df-e446e04593d6" providerId="ADAL" clId="{F765684F-8984-475E-A610-2A9685CABAC8}" dt="2026-10-01T21:57:18.549" v="1083" actId="1036"/>
          <ac:spMkLst>
            <pc:docMk/>
            <pc:sldMk cId="1144891551" sldId="261"/>
            <ac:spMk id="12" creationId="{B1B2EC80-528C-4C24-9C59-6027CF7AC363}"/>
          </ac:spMkLst>
        </pc:spChg>
        <pc:spChg chg="mod">
          <ac:chgData name="Roberto Molinari" userId="1bc8307d-da4d-4583-91df-e446e04593d6" providerId="ADAL" clId="{F765684F-8984-475E-A610-2A9685CABAC8}" dt="2026-10-01T21:57:24.983" v="1093" actId="1036"/>
          <ac:spMkLst>
            <pc:docMk/>
            <pc:sldMk cId="1144891551" sldId="261"/>
            <ac:spMk id="15" creationId="{AF795927-5F6E-4673-8715-878A127177A3}"/>
          </ac:spMkLst>
        </pc:spChg>
        <pc:spChg chg="mod">
          <ac:chgData name="Roberto Molinari" userId="1bc8307d-da4d-4583-91df-e446e04593d6" providerId="ADAL" clId="{F765684F-8984-475E-A610-2A9685CABAC8}" dt="2026-10-01T21:57:30.883" v="1103" actId="1036"/>
          <ac:spMkLst>
            <pc:docMk/>
            <pc:sldMk cId="1144891551" sldId="261"/>
            <ac:spMk id="18" creationId="{9F98A6E1-382A-430E-80F6-A07D2BE7C0BD}"/>
          </ac:spMkLst>
        </pc:spChg>
        <pc:spChg chg="add">
          <ac:chgData name="Roberto Molinari" userId="1bc8307d-da4d-4583-91df-e446e04593d6" providerId="ADAL" clId="{F765684F-8984-475E-A610-2A9685CABAC8}" dt="2026-10-02T13:18:12.864" v="1305" actId="22"/>
          <ac:spMkLst>
            <pc:docMk/>
            <pc:sldMk cId="1144891551" sldId="261"/>
            <ac:spMk id="19" creationId="{77E616BC-6402-6D7A-BCAE-B54B22E6DEE8}"/>
          </ac:spMkLst>
        </pc:spChg>
        <pc:spChg chg="add del">
          <ac:chgData name="Roberto Molinari" userId="1bc8307d-da4d-4583-91df-e446e04593d6" providerId="ADAL" clId="{F765684F-8984-475E-A610-2A9685CABAC8}" dt="2026-10-02T13:18:12.449" v="1304" actId="478"/>
          <ac:spMkLst>
            <pc:docMk/>
            <pc:sldMk cId="1144891551" sldId="261"/>
            <ac:spMk id="20" creationId="{AB801B6D-4029-60A9-607A-CD22B1A5A4A7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58.892" v="1370" actId="20577"/>
        <pc:sldMkLst>
          <pc:docMk/>
          <pc:sldMk cId="1805560509" sldId="262"/>
        </pc:sldMkLst>
        <pc:spChg chg="mod">
          <ac:chgData name="Roberto Molinari" userId="1bc8307d-da4d-4583-91df-e446e04593d6" providerId="ADAL" clId="{F765684F-8984-475E-A610-2A9685CABAC8}" dt="2026-09-30T22:24:37.459" v="150" actId="1036"/>
          <ac:spMkLst>
            <pc:docMk/>
            <pc:sldMk cId="1805560509" sldId="262"/>
            <ac:spMk id="2" creationId="{4896FB64-60F3-4B17-80B8-D4E796AC79FF}"/>
          </ac:spMkLst>
        </pc:spChg>
        <pc:spChg chg="add">
          <ac:chgData name="Roberto Molinari" userId="1bc8307d-da4d-4583-91df-e446e04593d6" providerId="ADAL" clId="{F765684F-8984-475E-A610-2A9685CABAC8}" dt="2026-10-02T13:18:19.745" v="1307" actId="22"/>
          <ac:spMkLst>
            <pc:docMk/>
            <pc:sldMk cId="1805560509" sldId="262"/>
            <ac:spMk id="17" creationId="{2EA29992-E68E-A731-92C0-00ADC06544F1}"/>
          </ac:spMkLst>
        </pc:spChg>
        <pc:spChg chg="add del">
          <ac:chgData name="Roberto Molinari" userId="1bc8307d-da4d-4583-91df-e446e04593d6" providerId="ADAL" clId="{F765684F-8984-475E-A610-2A9685CABAC8}" dt="2026-10-02T13:18:19.385" v="1306" actId="478"/>
          <ac:spMkLst>
            <pc:docMk/>
            <pc:sldMk cId="1805560509" sldId="262"/>
            <ac:spMk id="20" creationId="{934CCCB4-6676-130F-71F1-B5DCB9FCC5A3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54.282" v="1369" actId="20577"/>
        <pc:sldMkLst>
          <pc:docMk/>
          <pc:sldMk cId="688785677" sldId="263"/>
        </pc:sldMkLst>
        <pc:spChg chg="mod">
          <ac:chgData name="Roberto Molinari" userId="1bc8307d-da4d-4583-91df-e446e04593d6" providerId="ADAL" clId="{F765684F-8984-475E-A610-2A9685CABAC8}" dt="2026-09-30T22:25:08.721" v="171" actId="1036"/>
          <ac:spMkLst>
            <pc:docMk/>
            <pc:sldMk cId="688785677" sldId="263"/>
            <ac:spMk id="2" creationId="{323D3691-C392-4B8F-9453-BFA64D5204C9}"/>
          </ac:spMkLst>
        </pc:spChg>
        <pc:spChg chg="add">
          <ac:chgData name="Roberto Molinari" userId="1bc8307d-da4d-4583-91df-e446e04593d6" providerId="ADAL" clId="{F765684F-8984-475E-A610-2A9685CABAC8}" dt="2026-10-02T13:18:26.492" v="1309" actId="22"/>
          <ac:spMkLst>
            <pc:docMk/>
            <pc:sldMk cId="688785677" sldId="263"/>
            <ac:spMk id="24" creationId="{653FE332-BB67-DC03-606C-24FCE057F963}"/>
          </ac:spMkLst>
        </pc:spChg>
        <pc:spChg chg="mod">
          <ac:chgData name="Roberto Molinari" userId="1bc8307d-da4d-4583-91df-e446e04593d6" providerId="ADAL" clId="{F765684F-8984-475E-A610-2A9685CABAC8}" dt="2026-10-01T22:05:47.017" v="1134" actId="1036"/>
          <ac:spMkLst>
            <pc:docMk/>
            <pc:sldMk cId="688785677" sldId="263"/>
            <ac:spMk id="25" creationId="{4FBB626D-7626-4E4F-BCBF-82DAADC11B56}"/>
          </ac:spMkLst>
        </pc:spChg>
        <pc:spChg chg="add del">
          <ac:chgData name="Roberto Molinari" userId="1bc8307d-da4d-4583-91df-e446e04593d6" providerId="ADAL" clId="{F765684F-8984-475E-A610-2A9685CABAC8}" dt="2026-10-02T13:18:26.085" v="1308" actId="478"/>
          <ac:spMkLst>
            <pc:docMk/>
            <pc:sldMk cId="688785677" sldId="263"/>
            <ac:spMk id="27" creationId="{8558A305-1387-1892-ABB1-F5804C88EE40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50.638" v="1368" actId="20577"/>
        <pc:sldMkLst>
          <pc:docMk/>
          <pc:sldMk cId="676805589" sldId="264"/>
        </pc:sldMkLst>
        <pc:spChg chg="mod">
          <ac:chgData name="Roberto Molinari" userId="1bc8307d-da4d-4583-91df-e446e04593d6" providerId="ADAL" clId="{F765684F-8984-475E-A610-2A9685CABAC8}" dt="2026-09-30T22:25:48.788" v="193" actId="1036"/>
          <ac:spMkLst>
            <pc:docMk/>
            <pc:sldMk cId="676805589" sldId="264"/>
            <ac:spMk id="2" creationId="{5994346B-352E-494F-AD72-2DC8E181C0F4}"/>
          </ac:spMkLst>
        </pc:spChg>
        <pc:spChg chg="mod">
          <ac:chgData name="Roberto Molinari" userId="1bc8307d-da4d-4583-91df-e446e04593d6" providerId="ADAL" clId="{F765684F-8984-475E-A610-2A9685CABAC8}" dt="2026-09-30T22:26:41.873" v="216" actId="20577"/>
          <ac:spMkLst>
            <pc:docMk/>
            <pc:sldMk cId="676805589" sldId="264"/>
            <ac:spMk id="15" creationId="{C229DEA6-BBE2-46DC-865C-5CD2389BB466}"/>
          </ac:spMkLst>
        </pc:spChg>
        <pc:spChg chg="add del mod">
          <ac:chgData name="Roberto Molinari" userId="1bc8307d-da4d-4583-91df-e446e04593d6" providerId="ADAL" clId="{F765684F-8984-475E-A610-2A9685CABAC8}" dt="2026-10-02T13:34:37.292" v="1327" actId="21"/>
          <ac:spMkLst>
            <pc:docMk/>
            <pc:sldMk cId="676805589" sldId="264"/>
            <ac:spMk id="16" creationId="{B9EA2CE9-88A1-7BE9-8677-CBB056A97B0A}"/>
          </ac:spMkLst>
        </pc:spChg>
        <pc:spChg chg="add">
          <ac:chgData name="Roberto Molinari" userId="1bc8307d-da4d-4583-91df-e446e04593d6" providerId="ADAL" clId="{F765684F-8984-475E-A610-2A9685CABAC8}" dt="2026-10-02T13:18:32.941" v="1311" actId="22"/>
          <ac:spMkLst>
            <pc:docMk/>
            <pc:sldMk cId="676805589" sldId="264"/>
            <ac:spMk id="17" creationId="{0CC4EB55-56C2-CE0E-AC5B-610CCA6CD6E6}"/>
          </ac:spMkLst>
        </pc:spChg>
        <pc:spChg chg="add del">
          <ac:chgData name="Roberto Molinari" userId="1bc8307d-da4d-4583-91df-e446e04593d6" providerId="ADAL" clId="{F765684F-8984-475E-A610-2A9685CABAC8}" dt="2026-10-02T13:18:32.534" v="1310" actId="478"/>
          <ac:spMkLst>
            <pc:docMk/>
            <pc:sldMk cId="676805589" sldId="264"/>
            <ac:spMk id="18" creationId="{AD2410E3-14BD-3DD6-B90C-76FFA6981D2A}"/>
          </ac:spMkLst>
        </pc:spChg>
        <pc:spChg chg="add del">
          <ac:chgData name="Roberto Molinari" userId="1bc8307d-da4d-4583-91df-e446e04593d6" providerId="ADAL" clId="{F765684F-8984-475E-A610-2A9685CABAC8}" dt="2026-10-01T22:15:01.309" v="1201" actId="22"/>
          <ac:spMkLst>
            <pc:docMk/>
            <pc:sldMk cId="676805589" sldId="264"/>
            <ac:spMk id="19" creationId="{945EF86C-7E16-5583-F08E-7D9BF62563A3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46.225" v="1367" actId="20577"/>
        <pc:sldMkLst>
          <pc:docMk/>
          <pc:sldMk cId="913117037" sldId="265"/>
        </pc:sldMkLst>
        <pc:spChg chg="mod">
          <ac:chgData name="Roberto Molinari" userId="1bc8307d-da4d-4583-91df-e446e04593d6" providerId="ADAL" clId="{F765684F-8984-475E-A610-2A9685CABAC8}" dt="2026-09-30T22:26:57.886" v="238" actId="1036"/>
          <ac:spMkLst>
            <pc:docMk/>
            <pc:sldMk cId="913117037" sldId="265"/>
            <ac:spMk id="2" creationId="{33928C70-0B61-40CD-8FCF-B7131CCB7D10}"/>
          </ac:spMkLst>
        </pc:spChg>
        <pc:spChg chg="add">
          <ac:chgData name="Roberto Molinari" userId="1bc8307d-da4d-4583-91df-e446e04593d6" providerId="ADAL" clId="{F765684F-8984-475E-A610-2A9685CABAC8}" dt="2026-10-02T13:18:38.005" v="1313" actId="22"/>
          <ac:spMkLst>
            <pc:docMk/>
            <pc:sldMk cId="913117037" sldId="265"/>
            <ac:spMk id="7" creationId="{45DADEFF-8415-DFC6-14DC-1A54BA526F69}"/>
          </ac:spMkLst>
        </pc:spChg>
        <pc:spChg chg="add del">
          <ac:chgData name="Roberto Molinari" userId="1bc8307d-da4d-4583-91df-e446e04593d6" providerId="ADAL" clId="{F765684F-8984-475E-A610-2A9685CABAC8}" dt="2026-10-02T13:18:37.699" v="1312" actId="478"/>
          <ac:spMkLst>
            <pc:docMk/>
            <pc:sldMk cId="913117037" sldId="265"/>
            <ac:spMk id="14" creationId="{4065FE3B-7A0C-4704-02C2-0B8CAD656B62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42.724" v="1366" actId="20577"/>
        <pc:sldMkLst>
          <pc:docMk/>
          <pc:sldMk cId="1261466793" sldId="266"/>
        </pc:sldMkLst>
        <pc:spChg chg="mod">
          <ac:chgData name="Roberto Molinari" userId="1bc8307d-da4d-4583-91df-e446e04593d6" providerId="ADAL" clId="{F765684F-8984-475E-A610-2A9685CABAC8}" dt="2026-09-30T22:28:42.271" v="287" actId="1036"/>
          <ac:spMkLst>
            <pc:docMk/>
            <pc:sldMk cId="1261466793" sldId="266"/>
            <ac:spMk id="2" creationId="{E8B65C06-5161-4340-B469-1EB1B7A56C35}"/>
          </ac:spMkLst>
        </pc:spChg>
        <pc:spChg chg="add del">
          <ac:chgData name="Roberto Molinari" userId="1bc8307d-da4d-4583-91df-e446e04593d6" providerId="ADAL" clId="{F765684F-8984-475E-A610-2A9685CABAC8}" dt="2026-10-02T13:18:45.482" v="1316" actId="478"/>
          <ac:spMkLst>
            <pc:docMk/>
            <pc:sldMk cId="1261466793" sldId="266"/>
            <ac:spMk id="7" creationId="{CE743475-6923-0551-89C0-CA150F3FE95A}"/>
          </ac:spMkLst>
        </pc:spChg>
        <pc:spChg chg="add del mod">
          <ac:chgData name="Roberto Molinari" userId="1bc8307d-da4d-4583-91df-e446e04593d6" providerId="ADAL" clId="{F765684F-8984-475E-A610-2A9685CABAC8}" dt="2026-10-02T13:18:48.660" v="1317" actId="478"/>
          <ac:spMkLst>
            <pc:docMk/>
            <pc:sldMk cId="1261466793" sldId="266"/>
            <ac:spMk id="10" creationId="{376965BA-313F-DA08-7722-898567E24B72}"/>
          </ac:spMkLst>
        </pc:spChg>
        <pc:spChg chg="add">
          <ac:chgData name="Roberto Molinari" userId="1bc8307d-da4d-4583-91df-e446e04593d6" providerId="ADAL" clId="{F765684F-8984-475E-A610-2A9685CABAC8}" dt="2026-10-02T13:18:49.392" v="1318" actId="22"/>
          <ac:spMkLst>
            <pc:docMk/>
            <pc:sldMk cId="1261466793" sldId="266"/>
            <ac:spMk id="11" creationId="{EAE0F73C-A7B9-2FFE-3E43-8982228D3685}"/>
          </ac:spMkLst>
        </pc:spChg>
        <pc:graphicFrameChg chg="modGraphic">
          <ac:chgData name="Roberto Molinari" userId="1bc8307d-da4d-4583-91df-e446e04593d6" providerId="ADAL" clId="{F765684F-8984-475E-A610-2A9685CABAC8}" dt="2026-09-30T22:29:08.169" v="295" actId="20577"/>
          <ac:graphicFrameMkLst>
            <pc:docMk/>
            <pc:sldMk cId="1261466793" sldId="266"/>
            <ac:graphicFrameMk id="15" creationId="{00000000-0000-0000-0000-000000000000}"/>
          </ac:graphicFrameMkLst>
        </pc:graphicFrameChg>
      </pc:sldChg>
      <pc:sldChg chg="addSp delSp modSp mod modNotesTx">
        <pc:chgData name="Roberto Molinari" userId="1bc8307d-da4d-4583-91df-e446e04593d6" providerId="ADAL" clId="{F765684F-8984-475E-A610-2A9685CABAC8}" dt="2026-10-02T14:42:38.423" v="1365" actId="20577"/>
        <pc:sldMkLst>
          <pc:docMk/>
          <pc:sldMk cId="18868216" sldId="267"/>
        </pc:sldMkLst>
        <pc:spChg chg="mod">
          <ac:chgData name="Roberto Molinari" userId="1bc8307d-da4d-4583-91df-e446e04593d6" providerId="ADAL" clId="{F765684F-8984-475E-A610-2A9685CABAC8}" dt="2026-09-30T22:27:43.813" v="247" actId="1036"/>
          <ac:spMkLst>
            <pc:docMk/>
            <pc:sldMk cId="18868216" sldId="267"/>
            <ac:spMk id="9" creationId="{0B16E0DA-7AB2-431A-BBF8-7F1067E2071C}"/>
          </ac:spMkLst>
        </pc:spChg>
        <pc:spChg chg="add">
          <ac:chgData name="Roberto Molinari" userId="1bc8307d-da4d-4583-91df-e446e04593d6" providerId="ADAL" clId="{F765684F-8984-475E-A610-2A9685CABAC8}" dt="2026-10-02T13:18:55.755" v="1320" actId="22"/>
          <ac:spMkLst>
            <pc:docMk/>
            <pc:sldMk cId="18868216" sldId="267"/>
            <ac:spMk id="13" creationId="{B1F8A7B5-F60C-4078-16E1-C91F7A8FB100}"/>
          </ac:spMkLst>
        </pc:spChg>
        <pc:spChg chg="add del">
          <ac:chgData name="Roberto Molinari" userId="1bc8307d-da4d-4583-91df-e446e04593d6" providerId="ADAL" clId="{F765684F-8984-475E-A610-2A9685CABAC8}" dt="2026-10-02T13:18:55.321" v="1319" actId="478"/>
          <ac:spMkLst>
            <pc:docMk/>
            <pc:sldMk cId="18868216" sldId="267"/>
            <ac:spMk id="14" creationId="{A11E61C4-0D15-71BD-787F-AE9E97B2F268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34.783" v="1364" actId="20577"/>
        <pc:sldMkLst>
          <pc:docMk/>
          <pc:sldMk cId="1987081847" sldId="268"/>
        </pc:sldMkLst>
        <pc:spChg chg="mod">
          <ac:chgData name="Roberto Molinari" userId="1bc8307d-da4d-4583-91df-e446e04593d6" providerId="ADAL" clId="{F765684F-8984-475E-A610-2A9685CABAC8}" dt="2026-09-30T22:28:16.867" v="265" actId="1036"/>
          <ac:spMkLst>
            <pc:docMk/>
            <pc:sldMk cId="1987081847" sldId="268"/>
            <ac:spMk id="2" creationId="{76DA12BC-AEA6-4336-9CB1-8B993A793BCB}"/>
          </ac:spMkLst>
        </pc:spChg>
        <pc:spChg chg="mod">
          <ac:chgData name="Roberto Molinari" userId="1bc8307d-da4d-4583-91df-e446e04593d6" providerId="ADAL" clId="{F765684F-8984-475E-A610-2A9685CABAC8}" dt="2026-10-02T13:45:58.180" v="1360" actId="20577"/>
          <ac:spMkLst>
            <pc:docMk/>
            <pc:sldMk cId="1987081847" sldId="268"/>
            <ac:spMk id="10" creationId="{AB30546A-53A9-4728-8B76-9DAADCEED645}"/>
          </ac:spMkLst>
        </pc:spChg>
        <pc:spChg chg="add">
          <ac:chgData name="Roberto Molinari" userId="1bc8307d-da4d-4583-91df-e446e04593d6" providerId="ADAL" clId="{F765684F-8984-475E-A610-2A9685CABAC8}" dt="2026-10-02T13:19:02.227" v="1322" actId="22"/>
          <ac:spMkLst>
            <pc:docMk/>
            <pc:sldMk cId="1987081847" sldId="268"/>
            <ac:spMk id="23" creationId="{F8B08307-6587-B403-5F6F-3D0DB320966F}"/>
          </ac:spMkLst>
        </pc:spChg>
        <pc:spChg chg="add del">
          <ac:chgData name="Roberto Molinari" userId="1bc8307d-da4d-4583-91df-e446e04593d6" providerId="ADAL" clId="{F765684F-8984-475E-A610-2A9685CABAC8}" dt="2026-10-02T13:19:01.837" v="1321" actId="478"/>
          <ac:spMkLst>
            <pc:docMk/>
            <pc:sldMk cId="1987081847" sldId="268"/>
            <ac:spMk id="24" creationId="{FE0D64DB-623F-6302-08C0-345302C0E427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31.328" v="1363" actId="20577"/>
        <pc:sldMkLst>
          <pc:docMk/>
          <pc:sldMk cId="355912900" sldId="269"/>
        </pc:sldMkLst>
        <pc:spChg chg="mod">
          <ac:chgData name="Roberto Molinari" userId="1bc8307d-da4d-4583-91df-e446e04593d6" providerId="ADAL" clId="{F765684F-8984-475E-A610-2A9685CABAC8}" dt="2026-09-30T22:30:39.792" v="316" actId="1036"/>
          <ac:spMkLst>
            <pc:docMk/>
            <pc:sldMk cId="355912900" sldId="269"/>
            <ac:spMk id="2" creationId="{9E576A72-EC85-4B14-8AA6-2CD29DFED1D7}"/>
          </ac:spMkLst>
        </pc:spChg>
        <pc:spChg chg="mod">
          <ac:chgData name="Roberto Molinari" userId="1bc8307d-da4d-4583-91df-e446e04593d6" providerId="ADAL" clId="{F765684F-8984-475E-A610-2A9685CABAC8}" dt="2026-09-30T22:31:04.049" v="319" actId="20577"/>
          <ac:spMkLst>
            <pc:docMk/>
            <pc:sldMk cId="355912900" sldId="269"/>
            <ac:spMk id="11" creationId="{4107BD00-E983-479F-8231-98BB9A2661CA}"/>
          </ac:spMkLst>
        </pc:spChg>
        <pc:spChg chg="mod">
          <ac:chgData name="Roberto Molinari" userId="1bc8307d-da4d-4583-91df-e446e04593d6" providerId="ADAL" clId="{F765684F-8984-475E-A610-2A9685CABAC8}" dt="2026-09-30T22:31:15.394" v="345" actId="20577"/>
          <ac:spMkLst>
            <pc:docMk/>
            <pc:sldMk cId="355912900" sldId="269"/>
            <ac:spMk id="17" creationId="{8D90AC72-90CC-4CEA-8D51-3462B63F1489}"/>
          </ac:spMkLst>
        </pc:spChg>
        <pc:spChg chg="mod">
          <ac:chgData name="Roberto Molinari" userId="1bc8307d-da4d-4583-91df-e446e04593d6" providerId="ADAL" clId="{F765684F-8984-475E-A610-2A9685CABAC8}" dt="2026-09-30T22:31:33.738" v="351" actId="20577"/>
          <ac:spMkLst>
            <pc:docMk/>
            <pc:sldMk cId="355912900" sldId="269"/>
            <ac:spMk id="25" creationId="{5ABACCDE-ECD4-405A-80BE-22E60842B2E9}"/>
          </ac:spMkLst>
        </pc:spChg>
        <pc:spChg chg="mod">
          <ac:chgData name="Roberto Molinari" userId="1bc8307d-da4d-4583-91df-e446e04593d6" providerId="ADAL" clId="{F765684F-8984-475E-A610-2A9685CABAC8}" dt="2026-09-30T22:32:27.692" v="381" actId="14100"/>
          <ac:spMkLst>
            <pc:docMk/>
            <pc:sldMk cId="355912900" sldId="269"/>
            <ac:spMk id="27" creationId="{E2713096-AA1E-41E0-B934-B08603EF460E}"/>
          </ac:spMkLst>
        </pc:spChg>
        <pc:spChg chg="mod">
          <ac:chgData name="Roberto Molinari" userId="1bc8307d-da4d-4583-91df-e446e04593d6" providerId="ADAL" clId="{F765684F-8984-475E-A610-2A9685CABAC8}" dt="2026-10-01T15:30:10.513" v="1038" actId="1035"/>
          <ac:spMkLst>
            <pc:docMk/>
            <pc:sldMk cId="355912900" sldId="269"/>
            <ac:spMk id="37" creationId="{DCEF8A56-14F6-4C77-A8CC-A7DB03C67A1B}"/>
          </ac:spMkLst>
        </pc:spChg>
        <pc:spChg chg="add">
          <ac:chgData name="Roberto Molinari" userId="1bc8307d-da4d-4583-91df-e446e04593d6" providerId="ADAL" clId="{F765684F-8984-475E-A610-2A9685CABAC8}" dt="2026-10-02T13:19:07.159" v="1324" actId="22"/>
          <ac:spMkLst>
            <pc:docMk/>
            <pc:sldMk cId="355912900" sldId="269"/>
            <ac:spMk id="38" creationId="{B57015C2-4ADC-FF4E-AE8A-179D534E8769}"/>
          </ac:spMkLst>
        </pc:spChg>
        <pc:spChg chg="add del">
          <ac:chgData name="Roberto Molinari" userId="1bc8307d-da4d-4583-91df-e446e04593d6" providerId="ADAL" clId="{F765684F-8984-475E-A610-2A9685CABAC8}" dt="2026-10-02T13:19:06.821" v="1323" actId="478"/>
          <ac:spMkLst>
            <pc:docMk/>
            <pc:sldMk cId="355912900" sldId="269"/>
            <ac:spMk id="40" creationId="{EB67F5C5-12F8-8241-1EC4-71FACF9CBDCD}"/>
          </ac:spMkLst>
        </pc:spChg>
      </pc:sldChg>
      <pc:sldChg chg="addSp delSp modSp mod modNotesTx">
        <pc:chgData name="Roberto Molinari" userId="1bc8307d-da4d-4583-91df-e446e04593d6" providerId="ADAL" clId="{F765684F-8984-475E-A610-2A9685CABAC8}" dt="2026-10-02T14:42:27.030" v="1362" actId="20577"/>
        <pc:sldMkLst>
          <pc:docMk/>
          <pc:sldMk cId="186168016" sldId="270"/>
        </pc:sldMkLst>
        <pc:spChg chg="mod">
          <ac:chgData name="Roberto Molinari" userId="1bc8307d-da4d-4583-91df-e446e04593d6" providerId="ADAL" clId="{F765684F-8984-475E-A610-2A9685CABAC8}" dt="2026-09-30T22:34:18.777" v="403" actId="1036"/>
          <ac:spMkLst>
            <pc:docMk/>
            <pc:sldMk cId="186168016" sldId="270"/>
            <ac:spMk id="2" creationId="{0CE1FD57-EF16-4E43-BBD7-1EA8C567FEC2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8" creationId="{DA49F242-91F7-4F68-ADB5-43A7462294AD}"/>
          </ac:spMkLst>
        </pc:spChg>
        <pc:spChg chg="mod">
          <ac:chgData name="Roberto Molinari" userId="1bc8307d-da4d-4583-91df-e446e04593d6" providerId="ADAL" clId="{F765684F-8984-475E-A610-2A9685CABAC8}" dt="2026-09-30T22:44:48.527" v="718" actId="20577"/>
          <ac:spMkLst>
            <pc:docMk/>
            <pc:sldMk cId="186168016" sldId="270"/>
            <ac:spMk id="9" creationId="{E827A329-3966-49D5-B348-4998B854A4F2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11" creationId="{287288F8-F325-4447-B527-2B5C1F19B35A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12" creationId="{F8D0DFE1-E26D-43C9-83D3-48068772D360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13" creationId="{B7D6BD93-1713-487E-8B79-2AD6815B9D5F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15" creationId="{3E6B4B44-45D0-4C6E-AC29-6A7427565C5A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16" creationId="{55A78FF0-6685-457E-A54B-76EF9BD0FEAA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17" creationId="{1A05C61D-B9F8-4E56-B563-6666B9A534B8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23" creationId="{CB36D2A2-8523-4D13-ACEE-948C7803246F}"/>
          </ac:spMkLst>
        </pc:spChg>
        <pc:spChg chg="mod">
          <ac:chgData name="Roberto Molinari" userId="1bc8307d-da4d-4583-91df-e446e04593d6" providerId="ADAL" clId="{F765684F-8984-475E-A610-2A9685CABAC8}" dt="2026-09-30T22:37:29.370" v="501" actId="1036"/>
          <ac:spMkLst>
            <pc:docMk/>
            <pc:sldMk cId="186168016" sldId="270"/>
            <ac:spMk id="24" creationId="{78948DDD-77A6-4A03-BBAA-EC6C81075FE8}"/>
          </ac:spMkLst>
        </pc:spChg>
        <pc:spChg chg="mod">
          <ac:chgData name="Roberto Molinari" userId="1bc8307d-da4d-4583-91df-e446e04593d6" providerId="ADAL" clId="{F765684F-8984-475E-A610-2A9685CABAC8}" dt="2026-09-30T22:37:09.501" v="449" actId="1036"/>
          <ac:spMkLst>
            <pc:docMk/>
            <pc:sldMk cId="186168016" sldId="270"/>
            <ac:spMk id="25" creationId="{C418DD1F-43E1-41D7-AEF5-06280573AED0}"/>
          </ac:spMkLst>
        </pc:spChg>
        <pc:spChg chg="mod">
          <ac:chgData name="Roberto Molinari" userId="1bc8307d-da4d-4583-91df-e446e04593d6" providerId="ADAL" clId="{F765684F-8984-475E-A610-2A9685CABAC8}" dt="2026-09-30T22:37:19.693" v="469" actId="1035"/>
          <ac:spMkLst>
            <pc:docMk/>
            <pc:sldMk cId="186168016" sldId="270"/>
            <ac:spMk id="26" creationId="{B6C64266-C3D0-42AF-B018-7EDF5C1E719C}"/>
          </ac:spMkLst>
        </pc:spChg>
        <pc:spChg chg="add">
          <ac:chgData name="Roberto Molinari" userId="1bc8307d-da4d-4583-91df-e446e04593d6" providerId="ADAL" clId="{F765684F-8984-475E-A610-2A9685CABAC8}" dt="2026-10-02T13:19:12.196" v="1326" actId="22"/>
          <ac:spMkLst>
            <pc:docMk/>
            <pc:sldMk cId="186168016" sldId="270"/>
            <ac:spMk id="27" creationId="{32825D40-883D-0920-FC83-8A6FCFB3E1D1}"/>
          </ac:spMkLst>
        </pc:spChg>
        <pc:spChg chg="add del">
          <ac:chgData name="Roberto Molinari" userId="1bc8307d-da4d-4583-91df-e446e04593d6" providerId="ADAL" clId="{F765684F-8984-475E-A610-2A9685CABAC8}" dt="2026-10-02T13:19:11.797" v="1325" actId="478"/>
          <ac:spMkLst>
            <pc:docMk/>
            <pc:sldMk cId="186168016" sldId="270"/>
            <ac:spMk id="29" creationId="{DCBBE610-0933-90CD-9FD2-6C1FD2D34FC2}"/>
          </ac:spMkLst>
        </pc:spChg>
        <pc:spChg chg="add mod">
          <ac:chgData name="Roberto Molinari" userId="1bc8307d-da4d-4583-91df-e446e04593d6" providerId="ADAL" clId="{F765684F-8984-475E-A610-2A9685CABAC8}" dt="2026-09-30T22:40:07.484" v="676" actId="2710"/>
          <ac:spMkLst>
            <pc:docMk/>
            <pc:sldMk cId="186168016" sldId="270"/>
            <ac:spMk id="31" creationId="{DC14D767-54C5-2618-8777-866A4592C7E5}"/>
          </ac:spMkLst>
        </pc:spChg>
      </pc:sldChg>
      <pc:sldChg chg="modSp mod modNotesTx">
        <pc:chgData name="Roberto Molinari" userId="1bc8307d-da4d-4583-91df-e446e04593d6" providerId="ADAL" clId="{F765684F-8984-475E-A610-2A9685CABAC8}" dt="2026-10-02T14:42:23.146" v="1361" actId="20577"/>
        <pc:sldMkLst>
          <pc:docMk/>
          <pc:sldMk cId="201448143" sldId="271"/>
        </pc:sldMkLst>
        <pc:spChg chg="mod">
          <ac:chgData name="Roberto Molinari" userId="1bc8307d-da4d-4583-91df-e446e04593d6" providerId="ADAL" clId="{F765684F-8984-475E-A610-2A9685CABAC8}" dt="2026-10-01T15:33:26.079" v="1067" actId="20577"/>
          <ac:spMkLst>
            <pc:docMk/>
            <pc:sldMk cId="201448143" sldId="271"/>
            <ac:spMk id="8" creationId="{CBBEA3AD-362A-40C6-8968-6B09C54F2588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Applicant rows</c:v>
          </c:tx>
          <c:spPr>
            <a:solidFill>
              <a:srgbClr val="0B2341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E86100"/>
              </a:solidFill>
            </c:spPr>
            <c:extLst>
              <c:ext xmlns:c16="http://schemas.microsoft.com/office/drawing/2014/chart" uri="{C3380CC4-5D6E-409C-BE32-E72D297353CC}">
                <c16:uniqueId val="{00000001-4CBE-4997-B184-230DE046A146}"/>
              </c:ext>
            </c:extLst>
          </c:dPt>
          <c:dPt>
            <c:idx val="1"/>
            <c:invertIfNegative val="0"/>
            <c:bubble3D val="0"/>
            <c:spPr>
              <a:solidFill>
                <a:srgbClr val="0093D2"/>
              </a:solidFill>
            </c:spPr>
            <c:extLst>
              <c:ext xmlns:c16="http://schemas.microsoft.com/office/drawing/2014/chart" uri="{C3380CC4-5D6E-409C-BE32-E72D297353CC}">
                <c16:uniqueId val="{00000003-4CBE-4997-B184-230DE046A146}"/>
              </c:ext>
            </c:extLst>
          </c:dPt>
          <c:dPt>
            <c:idx val="2"/>
            <c:invertIfNegative val="0"/>
            <c:bubble3D val="0"/>
            <c:spPr>
              <a:solidFill>
                <a:srgbClr val="0B2341"/>
              </a:solidFill>
            </c:spPr>
            <c:extLst>
              <c:ext xmlns:c16="http://schemas.microsoft.com/office/drawing/2014/chart" uri="{C3380CC4-5D6E-409C-BE32-E72D297353CC}">
                <c16:uniqueId val="{00000005-4CBE-4997-B184-230DE046A14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Evaluation</c:v>
              </c:pt>
              <c:pt idx="1">
                <c:v>Validation</c:v>
              </c:pt>
              <c:pt idx="2">
                <c:v>Training</c:v>
              </c:pt>
            </c:strLit>
          </c:cat>
          <c:val>
            <c:numLit>
              <c:formatCode>#,##0</c:formatCode>
              <c:ptCount val="3"/>
              <c:pt idx="0">
                <c:v>7500</c:v>
              </c:pt>
              <c:pt idx="1">
                <c:v>7500</c:v>
              </c:pt>
              <c:pt idx="2">
                <c:v>30000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4CBE-4997-B184-230DE046A1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#,##0" sourceLinked="1"/>
        <c:majorTickMark val="none"/>
        <c:minorTickMark val="none"/>
        <c:tickLblPos val="nextTo"/>
        <c:spPr>
          <a:ln w="9525">
            <a:solidFill>
              <a:srgbClr val="D6DADD"/>
            </a:solidFill>
            <a:prstDash val="solid"/>
          </a:ln>
        </c:spPr>
        <c:txPr>
          <a:bodyPr anchorCtr="1"/>
          <a:lstStyle/>
          <a:p>
            <a:pPr>
              <a:defRPr sz="1425" b="1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Weight</c:v>
          </c:tx>
          <c:spPr>
            <a:solidFill>
              <a:srgbClr val="0B2341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E86100"/>
              </a:solidFill>
            </c:spPr>
            <c:extLst>
              <c:ext xmlns:c16="http://schemas.microsoft.com/office/drawing/2014/chart" uri="{C3380CC4-5D6E-409C-BE32-E72D297353CC}">
                <c16:uniqueId val="{00000001-1C2E-4B46-835B-95073BAFBA9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C2E-4B46-835B-95073BAFBA9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C2E-4B46-835B-95073BAFBA98}"/>
              </c:ext>
            </c:extLst>
          </c:dPt>
          <c:dPt>
            <c:idx val="3"/>
            <c:invertIfNegative val="0"/>
            <c:bubble3D val="0"/>
            <c:spPr>
              <a:solidFill>
                <a:srgbClr val="E86100"/>
              </a:solidFill>
            </c:spPr>
            <c:extLst>
              <c:ext xmlns:c16="http://schemas.microsoft.com/office/drawing/2014/chart" uri="{C3380CC4-5D6E-409C-BE32-E72D297353CC}">
                <c16:uniqueId val="{00000007-1C2E-4B46-835B-95073BAFBA9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C2E-4B46-835B-95073BAFBA9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0B2341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Responsible analytics</c:v>
              </c:pt>
              <c:pt idx="1">
                <c:v>Storytelling &amp; communication</c:v>
              </c:pt>
              <c:pt idx="2">
                <c:v>Data engineering &amp; reproducibility</c:v>
              </c:pt>
              <c:pt idx="3">
                <c:v>Business decision strategy</c:v>
              </c:pt>
              <c:pt idx="4">
                <c:v>Predictive analytics</c:v>
              </c:pt>
            </c:strLit>
          </c:cat>
          <c:val>
            <c:numLit>
              <c:formatCode>0"%"</c:formatCode>
              <c:ptCount val="5"/>
              <c:pt idx="0">
                <c:v>15</c:v>
              </c:pt>
              <c:pt idx="1">
                <c:v>15</c:v>
              </c:pt>
              <c:pt idx="2">
                <c:v>20</c:v>
              </c:pt>
              <c:pt idx="3">
                <c:v>25</c:v>
              </c:pt>
              <c:pt idx="4">
                <c:v>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1C2E-4B46-835B-95073BAFBA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6DADD"/>
            </a:solidFill>
            <a:prstDash val="solid"/>
          </a:ln>
        </c:spPr>
        <c:txPr>
          <a:bodyPr anchorCtr="1"/>
          <a:lstStyle/>
          <a:p>
            <a:pPr>
              <a:defRPr sz="12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19906" r="19906"/>
          <a:stretch>
            <a:fillRect/>
          </a:stretch>
        </p:blipFill>
        <p:spPr>
          <a:xfrm>
            <a:off x="4857750" y="0"/>
            <a:ext cx="73342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E3A957-B3F5-4C10-BF8A-94F936EDD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61975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84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0550" y="425452"/>
            <a:ext cx="4000500" cy="5968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6A7FF2-7464-43CC-A694-6D43B857D4E1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Department of Mathematics and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EB273-0DF7-4103-83D0-C0E721F3B181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876300" cy="76200"/>
          </a:xfrm>
          <a:prstGeom prst="rect">
            <a:avLst/>
          </a:prstGeom>
          <a:solidFill>
            <a:srgbClr val="E86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A562A6-31A6-40DD-B65D-1C292E084666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4524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40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lang="en-US" sz="4050" b="1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40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Auburn</a:t>
            </a:r>
            <a:r>
              <a:rPr lang="en-US" sz="40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 </a:t>
            </a:r>
            <a:r>
              <a:rPr sz="40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Data Hackathon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52F80-1617-4BA9-B37F-D9516985D414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October 2</a:t>
            </a:r>
            <a:r>
              <a:rPr lang="en-US" sz="1425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-</a:t>
            </a:r>
            <a:r>
              <a:rPr sz="1425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3, 2026  ·  Auburn University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5CD67D-449D-4069-803E-67046AC3D988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Sponsored by Regions Bank</a:t>
            </a:r>
          </a:p>
        </p:txBody>
      </p:sp>
    </p:spTree>
    <p:extLst>
      <p:ext uri="{BB962C8B-B14F-4D97-AF65-F5344CB8AC3E}">
        <p14:creationId xmlns:p14="http://schemas.microsoft.com/office/powerpoint/2010/main" val="1104832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C89D493-1BE2-4B87-BC40-8240D397119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DA1B8-FF1A-4DE9-9D6B-D22721CAF849}"/>
              </a:ext>
            </a:extLst>
          </p:cNvPr>
          <p:cNvSpPr>
            <a:spLocks noGrp="1"/>
          </p:cNvSpPr>
          <p:nvPr/>
        </p:nvSpPr>
        <p:spPr>
          <a:xfrm>
            <a:off x="552450" y="786576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Today’s briefing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DD6D3F-1CD5-48A3-B575-12E28464CA9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9177D-22DD-45BD-BA9E-FE581B053F0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F82394-367A-4F03-9F5F-BAF06231D20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55B15-3CC8-405C-B1BF-603F353F1E70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58C1D1-0848-443E-8A6A-43089202461B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9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The decision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C1482-E08D-425C-9028-2236BA5A8D65}"/>
              </a:ext>
            </a:extLst>
          </p:cNvPr>
          <p:cNvSpPr>
            <a:spLocks noGrp="1"/>
          </p:cNvSpPr>
          <p:nvPr/>
        </p:nvSpPr>
        <p:spPr>
          <a:xfrm>
            <a:off x="5429250" y="192405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What teams must predict and recommend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F87CED-D69E-4272-9987-180BA9EC7AC0}"/>
              </a:ext>
            </a:extLst>
          </p:cNvPr>
          <p:cNvSpPr>
            <a:spLocks noGrp="1"/>
          </p:cNvSpPr>
          <p:nvPr/>
        </p:nvSpPr>
        <p:spPr>
          <a:xfrm>
            <a:off x="1562100" y="2571750"/>
            <a:ext cx="9667875" cy="9525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9197AD-0E17-474A-A079-2C059F74FD75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9DECEF-A4FB-4B9D-B61C-60145E0B6C21}"/>
              </a:ext>
            </a:extLst>
          </p:cNvPr>
          <p:cNvSpPr>
            <a:spLocks noGrp="1"/>
          </p:cNvSpPr>
          <p:nvPr/>
        </p:nvSpPr>
        <p:spPr>
          <a:xfrm>
            <a:off x="1562100" y="28956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9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4D665-DA67-4A5E-8038-43EA84C76ED4}"/>
              </a:ext>
            </a:extLst>
          </p:cNvPr>
          <p:cNvSpPr>
            <a:spLocks noGrp="1"/>
          </p:cNvSpPr>
          <p:nvPr/>
        </p:nvSpPr>
        <p:spPr>
          <a:xfrm>
            <a:off x="5429250" y="291465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Risk, customer access and responsible lending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FB64A-41F8-46ED-95C0-A1ECFFDB5554}"/>
              </a:ext>
            </a:extLst>
          </p:cNvPr>
          <p:cNvSpPr>
            <a:spLocks noGrp="1"/>
          </p:cNvSpPr>
          <p:nvPr/>
        </p:nvSpPr>
        <p:spPr>
          <a:xfrm>
            <a:off x="1562100" y="3562350"/>
            <a:ext cx="9667875" cy="9525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915227-F3C8-4597-B4B3-04DBFD515466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4ACDA2-2192-4789-ACC2-A7D2B4CAD423}"/>
              </a:ext>
            </a:extLst>
          </p:cNvPr>
          <p:cNvSpPr>
            <a:spLocks noGrp="1"/>
          </p:cNvSpPr>
          <p:nvPr/>
        </p:nvSpPr>
        <p:spPr>
          <a:xfrm>
            <a:off x="1562100" y="38862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9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Data and deliverables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909D80-EDF1-442C-877F-210BED9731B3}"/>
              </a:ext>
            </a:extLst>
          </p:cNvPr>
          <p:cNvSpPr>
            <a:spLocks noGrp="1"/>
          </p:cNvSpPr>
          <p:nvPr/>
        </p:nvSpPr>
        <p:spPr>
          <a:xfrm>
            <a:off x="5429250" y="390525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Files, relationships and required outputs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C50C6B-E595-4D49-A0F3-BC9BFD431B85}"/>
              </a:ext>
            </a:extLst>
          </p:cNvPr>
          <p:cNvSpPr>
            <a:spLocks noGrp="1"/>
          </p:cNvSpPr>
          <p:nvPr/>
        </p:nvSpPr>
        <p:spPr>
          <a:xfrm>
            <a:off x="1562100" y="4552950"/>
            <a:ext cx="9667875" cy="9525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3D5B1B-B787-4154-87D8-BA6149130F64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D9E62D-408D-469C-8B6E-19A22AFF63F9}"/>
              </a:ext>
            </a:extLst>
          </p:cNvPr>
          <p:cNvSpPr>
            <a:spLocks noGrp="1"/>
          </p:cNvSpPr>
          <p:nvPr/>
        </p:nvSpPr>
        <p:spPr>
          <a:xfrm>
            <a:off x="1562100" y="48768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9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Rules and judging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3EC1B5-0BBE-466D-9EFD-CAF2367D7ED7}"/>
              </a:ext>
            </a:extLst>
          </p:cNvPr>
          <p:cNvSpPr>
            <a:spLocks noGrp="1"/>
          </p:cNvSpPr>
          <p:nvPr/>
        </p:nvSpPr>
        <p:spPr>
          <a:xfrm>
            <a:off x="5429250" y="489585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Integrity, reproducibility, weights and awards</a:t>
            </a:r>
          </a:p>
        </p:txBody>
      </p:sp>
    </p:spTree>
    <p:extLst>
      <p:ext uri="{BB962C8B-B14F-4D97-AF65-F5344CB8AC3E}">
        <p14:creationId xmlns:p14="http://schemas.microsoft.com/office/powerpoint/2010/main" val="23831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82F12E-960D-4140-A3C7-E72E2B8168EC}"/>
              </a:ext>
            </a:extLst>
          </p:cNvPr>
          <p:cNvSpPr>
            <a:spLocks noGrp="1"/>
          </p:cNvSpPr>
          <p:nvPr/>
        </p:nvSpPr>
        <p:spPr>
          <a:xfrm>
            <a:off x="552450" y="75708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The consumer-lending decision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3948D-147E-4F8B-B4A2-19619903F20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58172-D041-49BA-97D1-71B7A505E45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963E80-C0EC-4AE3-842F-6C9CA642ACF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decision-step-1">
            <a:extLst>
              <a:ext uri="{FF2B5EF4-FFF2-40B4-BE49-F238E27FC236}">
                <a16:creationId xmlns:a16="http://schemas.microsoft.com/office/drawing/2014/main" id="{8C6DC334-184A-4C1D-B2F0-31171AE36992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080097-FCAB-446F-9681-0357558CAAEF}"/>
              </a:ext>
            </a:extLst>
          </p:cNvPr>
          <p:cNvSpPr>
            <a:spLocks noGrp="1"/>
          </p:cNvSpPr>
          <p:nvPr/>
        </p:nvSpPr>
        <p:spPr>
          <a:xfrm>
            <a:off x="790575" y="24574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Applicant</a:t>
            </a:r>
          </a:p>
          <a:p>
            <a:pPr algn="ctr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209D70-EE02-46D5-BC27-89C174526022}"/>
              </a:ext>
            </a:extLst>
          </p:cNvPr>
          <p:cNvSpPr>
            <a:spLocks noGrp="1"/>
          </p:cNvSpPr>
          <p:nvPr/>
        </p:nvSpPr>
        <p:spPr>
          <a:xfrm>
            <a:off x="809625" y="31432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Application, income and household context</a:t>
            </a:r>
          </a:p>
        </p:txBody>
      </p:sp>
      <p:sp>
        <p:nvSpPr>
          <p:cNvPr id="10" name="decision-step-2">
            <a:extLst>
              <a:ext uri="{FF2B5EF4-FFF2-40B4-BE49-F238E27FC236}">
                <a16:creationId xmlns:a16="http://schemas.microsoft.com/office/drawing/2014/main" id="{7BC86469-5885-4F4A-86AB-B85E89B574AE}"/>
              </a:ext>
            </a:extLst>
          </p:cNvPr>
          <p:cNvSpPr>
            <a:spLocks noGrp="1"/>
          </p:cNvSpPr>
          <p:nvPr/>
        </p:nvSpPr>
        <p:spPr>
          <a:xfrm>
            <a:off x="3476625" y="230505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D21CB4-0A2B-424E-A0DD-3FB8455EA295}"/>
              </a:ext>
            </a:extLst>
          </p:cNvPr>
          <p:cNvSpPr>
            <a:spLocks noGrp="1"/>
          </p:cNvSpPr>
          <p:nvPr/>
        </p:nvSpPr>
        <p:spPr>
          <a:xfrm>
            <a:off x="3648075" y="24574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Relational</a:t>
            </a:r>
          </a:p>
          <a:p>
            <a:pPr algn="ctr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F1B433-BF05-478F-85B3-3805B52F6BD7}"/>
              </a:ext>
            </a:extLst>
          </p:cNvPr>
          <p:cNvSpPr>
            <a:spLocks noGrp="1"/>
          </p:cNvSpPr>
          <p:nvPr/>
        </p:nvSpPr>
        <p:spPr>
          <a:xfrm>
            <a:off x="3667125" y="31432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Credit accounts and prior lending activity</a:t>
            </a:r>
          </a:p>
        </p:txBody>
      </p:sp>
      <p:sp>
        <p:nvSpPr>
          <p:cNvPr id="13" name="decision-step-3">
            <a:extLst>
              <a:ext uri="{FF2B5EF4-FFF2-40B4-BE49-F238E27FC236}">
                <a16:creationId xmlns:a16="http://schemas.microsoft.com/office/drawing/2014/main" id="{935D311A-6123-4402-8E89-0A2DB6DBBBE2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BE7D8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F4BC7D-F508-428A-B4B2-163ACDE7BAB4}"/>
              </a:ext>
            </a:extLst>
          </p:cNvPr>
          <p:cNvSpPr>
            <a:spLocks noGrp="1"/>
          </p:cNvSpPr>
          <p:nvPr/>
        </p:nvSpPr>
        <p:spPr>
          <a:xfrm>
            <a:off x="6505575" y="24574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Risk estimate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9600CA-A888-4150-9D03-8A771CB68F01}"/>
              </a:ext>
            </a:extLst>
          </p:cNvPr>
          <p:cNvSpPr>
            <a:spLocks noGrp="1"/>
          </p:cNvSpPr>
          <p:nvPr/>
        </p:nvSpPr>
        <p:spPr>
          <a:xfrm>
            <a:off x="6524625" y="31432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Probability of material payment difficulty</a:t>
            </a:r>
          </a:p>
        </p:txBody>
      </p:sp>
      <p:sp>
        <p:nvSpPr>
          <p:cNvPr id="16" name="decision-step-4">
            <a:extLst>
              <a:ext uri="{FF2B5EF4-FFF2-40B4-BE49-F238E27FC236}">
                <a16:creationId xmlns:a16="http://schemas.microsoft.com/office/drawing/2014/main" id="{992D9794-690D-4025-BE13-FCDA1E610D49}"/>
              </a:ext>
            </a:extLst>
          </p:cNvPr>
          <p:cNvSpPr>
            <a:spLocks noGrp="1"/>
          </p:cNvSpPr>
          <p:nvPr/>
        </p:nvSpPr>
        <p:spPr>
          <a:xfrm>
            <a:off x="9191625" y="230505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0B2341"/>
          </a:solidFill>
          <a:ln w="9525">
            <a:solidFill>
              <a:srgbClr val="0B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D89ADC-D483-49CF-B1D1-220942C8799D}"/>
              </a:ext>
            </a:extLst>
          </p:cNvPr>
          <p:cNvSpPr>
            <a:spLocks noGrp="1"/>
          </p:cNvSpPr>
          <p:nvPr/>
        </p:nvSpPr>
        <p:spPr>
          <a:xfrm>
            <a:off x="9363075" y="24574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</a:t>
            </a:r>
          </a:p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06178B-2178-4ADD-ACFF-41D4A9BD4A98}"/>
              </a:ext>
            </a:extLst>
          </p:cNvPr>
          <p:cNvSpPr>
            <a:spLocks noGrp="1"/>
          </p:cNvSpPr>
          <p:nvPr/>
        </p:nvSpPr>
        <p:spPr>
          <a:xfrm>
            <a:off x="9382125" y="31432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0" i="0">
                <a:solidFill>
                  <a:srgbClr val="E9EEF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9EEF3"/>
                </a:solidFill>
                <a:latin typeface="Arial"/>
                <a:ea typeface="Arial"/>
                <a:cs typeface="Arial"/>
              </a:rPr>
              <a:t>A strategy that balances growth and risk</a:t>
            </a:r>
          </a:p>
        </p:txBody>
      </p:sp>
      <p:cxnSp>
        <p:nvCxnSpPr>
          <p:cNvPr id="42" name="Straight Arrow Connector 41"/>
          <p:cNvCxnSpPr>
            <a:stCxn id="7" idx="3"/>
            <a:endCxn id="10" idx="1"/>
          </p:cNvCxnSpPr>
          <p:nvPr/>
        </p:nvCxnSpPr>
        <p:spPr>
          <a:xfrm>
            <a:off x="3000375" y="3114675"/>
            <a:ext cx="476250" cy="0"/>
          </a:xfrm>
          <a:prstGeom prst="straightConnector1">
            <a:avLst/>
          </a:prstGeom>
          <a:ln w="28575">
            <a:solidFill>
              <a:srgbClr val="E86100"/>
            </a:solidFill>
            <a:prstDash val="solid"/>
            <a:tailEnd type="triangle" w="sm" len="sm"/>
          </a:ln>
        </p:spPr>
      </p:cxnSp>
      <p:cxnSp>
        <p:nvCxnSpPr>
          <p:cNvPr id="43" name="Straight Arrow Connector 42"/>
          <p:cNvCxnSpPr>
            <a:stCxn id="10" idx="3"/>
            <a:endCxn id="13" idx="1"/>
          </p:cNvCxnSpPr>
          <p:nvPr/>
        </p:nvCxnSpPr>
        <p:spPr>
          <a:xfrm>
            <a:off x="5857875" y="3114675"/>
            <a:ext cx="476250" cy="0"/>
          </a:xfrm>
          <a:prstGeom prst="straightConnector1">
            <a:avLst/>
          </a:prstGeom>
          <a:ln w="28575">
            <a:solidFill>
              <a:srgbClr val="E86100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13" idx="3"/>
            <a:endCxn id="16" idx="1"/>
          </p:cNvCxnSpPr>
          <p:nvPr/>
        </p:nvCxnSpPr>
        <p:spPr>
          <a:xfrm>
            <a:off x="8715375" y="3114675"/>
            <a:ext cx="476250" cy="0"/>
          </a:xfrm>
          <a:prstGeom prst="straightConnector1">
            <a:avLst/>
          </a:prstGeom>
          <a:ln w="28575">
            <a:solidFill>
              <a:srgbClr val="E86100"/>
            </a:solidFill>
            <a:prstDash val="solid"/>
            <a:tailEnd type="triangle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F8DD979-F414-483F-BCE6-6BC47794A5F0}"/>
              </a:ext>
            </a:extLst>
          </p:cNvPr>
          <p:cNvSpPr>
            <a:spLocks noGrp="1"/>
          </p:cNvSpPr>
          <p:nvPr/>
        </p:nvSpPr>
        <p:spPr>
          <a:xfrm>
            <a:off x="1924050" y="4629150"/>
            <a:ext cx="8334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2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Prediction is necessary. Decision quality is the goal.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A03E91-A9D8-4993-9F37-1B0BCA8D6B0B}"/>
              </a:ext>
            </a:extLst>
          </p:cNvPr>
          <p:cNvSpPr>
            <a:spLocks noGrp="1"/>
          </p:cNvSpPr>
          <p:nvPr/>
        </p:nvSpPr>
        <p:spPr>
          <a:xfrm>
            <a:off x="2114550" y="5219700"/>
            <a:ext cx="7953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hidden evaluation score measures ranking quality. Judges also evaluate how the team uses that score to support an understandable and responsible lending strategy.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040C24-358B-2C1F-B6F3-D8D32188DE8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90780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A83DE7-537D-49E9-A805-6C22B2CBB760}"/>
              </a:ext>
            </a:extLst>
          </p:cNvPr>
          <p:cNvSpPr>
            <a:spLocks noGrp="1"/>
          </p:cNvSpPr>
          <p:nvPr/>
        </p:nvSpPr>
        <p:spPr>
          <a:xfrm>
            <a:off x="552450" y="75708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Why this problem matters to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D874B-BA0C-48B5-B231-EE856DED0A1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333D6-9BFC-44F0-8F0C-DFA2FF0ACB9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3A35C-9C49-4182-A42B-5563406FBF6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C0C9E-DA14-457A-85BA-224F48B66FD6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CUSTOMER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F8520C-A021-402E-B7DF-2CC8FC96B185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143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Credit decisions affect whether customers can finance important needs and build a productive banking relationship.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7A1F5C-1770-40D9-BE2B-0168F8D2A795}"/>
              </a:ext>
            </a:extLst>
          </p:cNvPr>
          <p:cNvSpPr>
            <a:spLocks noGrp="1"/>
          </p:cNvSpPr>
          <p:nvPr/>
        </p:nvSpPr>
        <p:spPr>
          <a:xfrm>
            <a:off x="4133850" y="2000250"/>
            <a:ext cx="19050" cy="27241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D4DAF-E190-4BA0-9609-B1FC105EBFD3}"/>
              </a:ext>
            </a:extLst>
          </p:cNvPr>
          <p:cNvSpPr>
            <a:spLocks noGrp="1"/>
          </p:cNvSpPr>
          <p:nvPr/>
        </p:nvSpPr>
        <p:spPr>
          <a:xfrm>
            <a:off x="4419600" y="20383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PORTFOLIO HEALTH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03942-1987-4840-BB09-BD9C2CB93E26}"/>
              </a:ext>
            </a:extLst>
          </p:cNvPr>
          <p:cNvSpPr>
            <a:spLocks noGrp="1"/>
          </p:cNvSpPr>
          <p:nvPr/>
        </p:nvSpPr>
        <p:spPr>
          <a:xfrm>
            <a:off x="4419600" y="2571750"/>
            <a:ext cx="3143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Income, credit history and debt burden help lenders assess repayment capacity and manage loss exposure.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5F3F4-0E70-4727-8262-20706C38F7A8}"/>
              </a:ext>
            </a:extLst>
          </p:cNvPr>
          <p:cNvSpPr>
            <a:spLocks noGrp="1"/>
          </p:cNvSpPr>
          <p:nvPr/>
        </p:nvSpPr>
        <p:spPr>
          <a:xfrm>
            <a:off x="7848600" y="2000250"/>
            <a:ext cx="19050" cy="27241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F3DFEC-6972-4E7B-848B-41A5EDD2877E}"/>
              </a:ext>
            </a:extLst>
          </p:cNvPr>
          <p:cNvSpPr>
            <a:spLocks noGrp="1"/>
          </p:cNvSpPr>
          <p:nvPr/>
        </p:nvSpPr>
        <p:spPr>
          <a:xfrm>
            <a:off x="8134350" y="20383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RESPONSIBLE LENDING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C55006-0844-464A-A9D7-9CBF6DA02559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3143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Consistent treatment, clear reasoning and controls around protected characteristics are part of sound lending practice.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22C8F8-27D6-4D63-88D9-FEB44C807C91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668000" cy="990600"/>
          </a:xfrm>
          <a:prstGeom prst="roundRect">
            <a:avLst>
              <a:gd name="adj" fmla="val 15385"/>
            </a:avLst>
          </a:prstGeom>
          <a:solidFill>
            <a:srgbClr val="DDEF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CD7B03-F7A2-4F17-B327-DA2665654785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Hackathon boundary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204AE-6217-4015-88FF-553F0D24C03F}"/>
              </a:ext>
            </a:extLst>
          </p:cNvPr>
          <p:cNvSpPr>
            <a:spLocks noGrp="1"/>
          </p:cNvSpPr>
          <p:nvPr/>
        </p:nvSpPr>
        <p:spPr>
          <a:xfrm>
            <a:off x="3028950" y="4846383"/>
            <a:ext cx="8058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dataset is s</a:t>
            </a:r>
            <a:r>
              <a:rPr lang="en-US" sz="1650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ynthesized from real data</a:t>
            </a:r>
            <a:r>
              <a:rPr sz="1650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and does not represent Regions customers, underwriting policy or financial assumptions. Treat the work as an educational decision-support exercise.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B30691-9BC5-338E-FF20-D90510FB820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68646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CB93C0-786D-4F0A-B207-6380610F1D85}"/>
              </a:ext>
            </a:extLst>
          </p:cNvPr>
          <p:cNvSpPr>
            <a:spLocks noGrp="1"/>
          </p:cNvSpPr>
          <p:nvPr/>
        </p:nvSpPr>
        <p:spPr>
          <a:xfrm>
            <a:off x="552450" y="816072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Competition data at a glance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7A193-6989-4F30-9317-4501CD6310BB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A5DAEC-EE42-4D0F-8B86-D468B74B797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6384B-D19D-4AE2-88E9-32199B761902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552450" y="2000250"/>
          <a:ext cx="619125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975F42-108F-4043-900E-B3132E3A5257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323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43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45,000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A77B76-7795-4EB7-B7D2-7F96B9A1C9BA}"/>
              </a:ext>
            </a:extLst>
          </p:cNvPr>
          <p:cNvSpPr>
            <a:spLocks noGrp="1"/>
          </p:cNvSpPr>
          <p:nvPr/>
        </p:nvSpPr>
        <p:spPr>
          <a:xfrm>
            <a:off x="7715250" y="28003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applicants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579229-DF2F-4DB4-B8DA-80CF2487A493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2476500" cy="57150"/>
          </a:xfrm>
          <a:prstGeom prst="rect">
            <a:avLst/>
          </a:prstGeom>
          <a:solidFill>
            <a:srgbClr val="E86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86E16-19A7-4429-9D80-FC4A933E180A}"/>
              </a:ext>
            </a:extLst>
          </p:cNvPr>
          <p:cNvSpPr>
            <a:spLocks noGrp="1"/>
          </p:cNvSpPr>
          <p:nvPr/>
        </p:nvSpPr>
        <p:spPr>
          <a:xfrm>
            <a:off x="7715250" y="3733800"/>
            <a:ext cx="3238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39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≈12.1%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22A51F-29FB-4934-AECD-28E9308658BB}"/>
              </a:ext>
            </a:extLst>
          </p:cNvPr>
          <p:cNvSpPr>
            <a:spLocks noGrp="1"/>
          </p:cNvSpPr>
          <p:nvPr/>
        </p:nvSpPr>
        <p:spPr>
          <a:xfrm>
            <a:off x="7715250" y="43624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7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default 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48486-5255-4034-BCD8-3DA53A82F1C4}"/>
              </a:ext>
            </a:extLst>
          </p:cNvPr>
          <p:cNvSpPr>
            <a:spLocks noGrp="1"/>
          </p:cNvSpPr>
          <p:nvPr/>
        </p:nvSpPr>
        <p:spPr>
          <a:xfrm>
            <a:off x="7572375" y="4953000"/>
            <a:ext cx="3524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Training and validation include DefaultFlag. Evaluation labels remain hidden.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7A533-BE7A-4419-80B3-5929D8C3512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2EE02A-D39F-E129-FDBD-D719FB5914A1}"/>
              </a:ext>
            </a:extLst>
          </p:cNvPr>
          <p:cNvSpPr>
            <a:spLocks noGrp="1"/>
          </p:cNvSpPr>
          <p:nvPr/>
        </p:nvSpPr>
        <p:spPr>
          <a:xfrm>
            <a:off x="1162050" y="5938842"/>
            <a:ext cx="9867900" cy="381000"/>
          </a:xfrm>
          <a:prstGeom prst="roundRect">
            <a:avLst>
              <a:gd name="adj" fmla="val 20000"/>
            </a:avLst>
          </a:prstGeom>
          <a:solidFill>
            <a:srgbClr val="173A60"/>
          </a:solidFill>
          <a:ln w="9525">
            <a:solidFill>
              <a:srgbClr val="55728F"/>
            </a:solidFill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575" b="1" dirty="0">
                <a:solidFill>
                  <a:srgbClr val="FFFFFF"/>
                </a:solidFill>
                <a:latin typeface="Arial"/>
                <a:cs typeface="Arial"/>
              </a:rPr>
              <a:t>Prediction performance is measured through ROC AUC </a:t>
            </a:r>
          </a:p>
        </p:txBody>
      </p:sp>
    </p:spTree>
    <p:extLst>
      <p:ext uri="{BB962C8B-B14F-4D97-AF65-F5344CB8AC3E}">
        <p14:creationId xmlns:p14="http://schemas.microsoft.com/office/powerpoint/2010/main" val="189162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FFE906-C1A1-47B3-8CF6-E9738C75AE84}"/>
              </a:ext>
            </a:extLst>
          </p:cNvPr>
          <p:cNvSpPr>
            <a:spLocks noGrp="1"/>
          </p:cNvSpPr>
          <p:nvPr/>
        </p:nvSpPr>
        <p:spPr>
          <a:xfrm>
            <a:off x="552450" y="816072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Relational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3B6F91-E7F7-48EF-B7EA-824B8BCC66FC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C97B82-EAA1-47A6-85B7-8D62D17A8B1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ECA64-E332-4582-A81B-60659163FCA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applicants">
            <a:extLst>
              <a:ext uri="{FF2B5EF4-FFF2-40B4-BE49-F238E27FC236}">
                <a16:creationId xmlns:a16="http://schemas.microsoft.com/office/drawing/2014/main" id="{34B45468-79B2-4DB2-9175-FC9C79DB1535}"/>
              </a:ext>
            </a:extLst>
          </p:cNvPr>
          <p:cNvSpPr>
            <a:spLocks noGrp="1"/>
          </p:cNvSpPr>
          <p:nvPr/>
        </p:nvSpPr>
        <p:spPr>
          <a:xfrm>
            <a:off x="4238625" y="1905000"/>
            <a:ext cx="3714750" cy="1200150"/>
          </a:xfrm>
          <a:prstGeom prst="roundRect">
            <a:avLst>
              <a:gd name="adj" fmla="val 14286"/>
            </a:avLst>
          </a:prstGeom>
          <a:solidFill>
            <a:srgbClr val="0B2341"/>
          </a:solidFill>
          <a:ln w="9525">
            <a:solidFill>
              <a:srgbClr val="0B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CA05E-ED7B-4B0B-A279-750ECDAC3377}"/>
              </a:ext>
            </a:extLst>
          </p:cNvPr>
          <p:cNvSpPr>
            <a:spLocks noGrp="1"/>
          </p:cNvSpPr>
          <p:nvPr/>
        </p:nvSpPr>
        <p:spPr>
          <a:xfrm>
            <a:off x="4476750" y="21336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APPLICATION_*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041B3D-90D4-4A38-9061-ABA0039BDAC5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 b="0" i="0">
                <a:solidFill>
                  <a:srgbClr val="E9EEF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E9EEF3"/>
                </a:solidFill>
                <a:latin typeface="Arial"/>
                <a:ea typeface="Arial"/>
                <a:cs typeface="Arial"/>
              </a:rPr>
              <a:t>One row per applicant</a:t>
            </a:r>
          </a:p>
        </p:txBody>
      </p:sp>
      <p:sp>
        <p:nvSpPr>
          <p:cNvPr id="10" name="credit-history">
            <a:extLst>
              <a:ext uri="{FF2B5EF4-FFF2-40B4-BE49-F238E27FC236}">
                <a16:creationId xmlns:a16="http://schemas.microsoft.com/office/drawing/2014/main" id="{F277982E-C05B-4CE0-8665-DE2D4510AE7E}"/>
              </a:ext>
            </a:extLst>
          </p:cNvPr>
          <p:cNvSpPr>
            <a:spLocks noGrp="1"/>
          </p:cNvSpPr>
          <p:nvPr/>
        </p:nvSpPr>
        <p:spPr>
          <a:xfrm>
            <a:off x="904875" y="4019550"/>
            <a:ext cx="3143250" cy="1276350"/>
          </a:xfrm>
          <a:prstGeom prst="roundRect">
            <a:avLst>
              <a:gd name="adj" fmla="val 13433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F7FD6A-A56B-4AF4-B952-32B613D24008}"/>
              </a:ext>
            </a:extLst>
          </p:cNvPr>
          <p:cNvSpPr>
            <a:spLocks noGrp="1"/>
          </p:cNvSpPr>
          <p:nvPr/>
        </p:nvSpPr>
        <p:spPr>
          <a:xfrm>
            <a:off x="1104900" y="42481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CREDIT ACCOUNT HISTORY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2EC80-528C-4C24-9C59-6027CF7AC363}"/>
              </a:ext>
            </a:extLst>
          </p:cNvPr>
          <p:cNvSpPr>
            <a:spLocks noGrp="1"/>
          </p:cNvSpPr>
          <p:nvPr/>
        </p:nvSpPr>
        <p:spPr>
          <a:xfrm>
            <a:off x="1104900" y="482918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Up to 6 records per applicant</a:t>
            </a:r>
          </a:p>
        </p:txBody>
      </p:sp>
      <p:sp>
        <p:nvSpPr>
          <p:cNvPr id="13" name="prior-activity">
            <a:extLst>
              <a:ext uri="{FF2B5EF4-FFF2-40B4-BE49-F238E27FC236}">
                <a16:creationId xmlns:a16="http://schemas.microsoft.com/office/drawing/2014/main" id="{6459B7F8-EC62-4651-9DFF-C282C324769E}"/>
              </a:ext>
            </a:extLst>
          </p:cNvPr>
          <p:cNvSpPr>
            <a:spLocks noGrp="1"/>
          </p:cNvSpPr>
          <p:nvPr/>
        </p:nvSpPr>
        <p:spPr>
          <a:xfrm>
            <a:off x="4524375" y="4019550"/>
            <a:ext cx="3143250" cy="1276350"/>
          </a:xfrm>
          <a:prstGeom prst="roundRect">
            <a:avLst>
              <a:gd name="adj" fmla="val 13433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0D993F-FA93-4848-8631-377C3E3E11D7}"/>
              </a:ext>
            </a:extLst>
          </p:cNvPr>
          <p:cNvSpPr>
            <a:spLocks noGrp="1"/>
          </p:cNvSpPr>
          <p:nvPr/>
        </p:nvSpPr>
        <p:spPr>
          <a:xfrm>
            <a:off x="4724400" y="42481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PRIOR LENDING ACTIVITY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795927-5F6E-4673-8715-878A127177A3}"/>
              </a:ext>
            </a:extLst>
          </p:cNvPr>
          <p:cNvSpPr>
            <a:spLocks noGrp="1"/>
          </p:cNvSpPr>
          <p:nvPr/>
        </p:nvSpPr>
        <p:spPr>
          <a:xfrm>
            <a:off x="4724400" y="482918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Up to 4 records per applicant</a:t>
            </a:r>
          </a:p>
        </p:txBody>
      </p:sp>
      <p:sp>
        <p:nvSpPr>
          <p:cNvPr id="16" name="audit-only">
            <a:extLst>
              <a:ext uri="{FF2B5EF4-FFF2-40B4-BE49-F238E27FC236}">
                <a16:creationId xmlns:a16="http://schemas.microsoft.com/office/drawing/2014/main" id="{C21EC8B4-4D4E-431D-9FBE-8F98B71813C2}"/>
              </a:ext>
            </a:extLst>
          </p:cNvPr>
          <p:cNvSpPr>
            <a:spLocks noGrp="1"/>
          </p:cNvSpPr>
          <p:nvPr/>
        </p:nvSpPr>
        <p:spPr>
          <a:xfrm>
            <a:off x="8143875" y="4019550"/>
            <a:ext cx="3143250" cy="1276350"/>
          </a:xfrm>
          <a:prstGeom prst="roundRect">
            <a:avLst>
              <a:gd name="adj" fmla="val 13433"/>
            </a:avLst>
          </a:prstGeom>
          <a:solidFill>
            <a:srgbClr val="FBE7D8"/>
          </a:solidFill>
          <a:ln w="9525">
            <a:solidFill>
              <a:srgbClr val="E86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4D293A-EF59-4A88-A21E-B69E7BF2D601}"/>
              </a:ext>
            </a:extLst>
          </p:cNvPr>
          <p:cNvSpPr>
            <a:spLocks noGrp="1"/>
          </p:cNvSpPr>
          <p:nvPr/>
        </p:nvSpPr>
        <p:spPr>
          <a:xfrm>
            <a:off x="8343900" y="42481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RESPONSIBLE USE AUDIT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98A6E1-382A-430E-80F6-A07D2BE7C0BD}"/>
              </a:ext>
            </a:extLst>
          </p:cNvPr>
          <p:cNvSpPr>
            <a:spLocks noGrp="1"/>
          </p:cNvSpPr>
          <p:nvPr/>
        </p:nvSpPr>
        <p:spPr>
          <a:xfrm>
            <a:off x="8343900" y="482918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Group evaluation only</a:t>
            </a:r>
          </a:p>
        </p:txBody>
      </p:sp>
      <p:cxnSp>
        <p:nvCxnSpPr>
          <p:cNvPr id="41" name="Connector: Elbow 40"/>
          <p:cNvCxnSpPr>
            <a:stCxn id="7" idx="2"/>
            <a:endCxn id="10" idx="0"/>
          </p:cNvCxnSpPr>
          <p:nvPr/>
        </p:nvCxnSpPr>
        <p:spPr>
          <a:xfrm flipH="1">
            <a:off x="2476500" y="3105150"/>
            <a:ext cx="3619500" cy="914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C9AA6"/>
            </a:solidFill>
            <a:prstDash val="solid"/>
          </a:ln>
        </p:spPr>
      </p:cxnSp>
      <p:cxnSp>
        <p:nvCxnSpPr>
          <p:cNvPr id="42" name="Straight Arrow Connector 41"/>
          <p:cNvCxnSpPr>
            <a:stCxn id="7" idx="2"/>
            <a:endCxn id="13" idx="0"/>
          </p:cNvCxnSpPr>
          <p:nvPr/>
        </p:nvCxnSpPr>
        <p:spPr>
          <a:xfrm>
            <a:off x="6096000" y="3105150"/>
            <a:ext cx="0" cy="914400"/>
          </a:xfrm>
          <a:prstGeom prst="straightConnector1">
            <a:avLst/>
          </a:prstGeom>
          <a:ln w="19050">
            <a:solidFill>
              <a:srgbClr val="8C9AA6"/>
            </a:solidFill>
            <a:prstDash val="solid"/>
          </a:ln>
        </p:spPr>
      </p:cxnSp>
      <p:cxnSp>
        <p:nvCxnSpPr>
          <p:cNvPr id="43" name="Connector: Elbow 42"/>
          <p:cNvCxnSpPr>
            <a:stCxn id="7" idx="2"/>
            <a:endCxn id="16" idx="0"/>
          </p:cNvCxnSpPr>
          <p:nvPr/>
        </p:nvCxnSpPr>
        <p:spPr>
          <a:xfrm>
            <a:off x="6096000" y="3105150"/>
            <a:ext cx="3619500" cy="914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E86100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F0D9E-EB8E-4AED-970A-CB47633F22BF}"/>
              </a:ext>
            </a:extLst>
          </p:cNvPr>
          <p:cNvSpPr>
            <a:spLocks noGrp="1"/>
          </p:cNvSpPr>
          <p:nvPr/>
        </p:nvSpPr>
        <p:spPr>
          <a:xfrm>
            <a:off x="1428750" y="550545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Teams may use the supplied applicant-level aggregates, engineer new relational features,</a:t>
            </a:r>
          </a:p>
          <a:p>
            <a:pPr algn="ctr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or compare both approaches.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616BC-6402-6D7A-BCAE-B54B22E6DEE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14489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96FB64-60F3-4B17-80B8-D4E796AC79FF}"/>
              </a:ext>
            </a:extLst>
          </p:cNvPr>
          <p:cNvSpPr>
            <a:spLocks noGrp="1"/>
          </p:cNvSpPr>
          <p:nvPr/>
        </p:nvSpPr>
        <p:spPr>
          <a:xfrm>
            <a:off x="552450" y="796408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Your team’s mission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2220E4-FF84-4BA2-A220-F851E4BCCCC1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BBCCA-6DC1-4630-912E-C8676762F5C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46B55-2144-4B38-A1DE-E34F21CBC4B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1794F-87F0-447E-9D72-C91657F0C1CF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104013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4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Build a reproducible decision-support solution that estimates default risk for every evaluation applicant and explains how Regions could use the estimates responsibly.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20CC6C-70DA-46D1-9D51-868F447FD705}"/>
              </a:ext>
            </a:extLst>
          </p:cNvPr>
          <p:cNvSpPr>
            <a:spLocks noGrp="1"/>
          </p:cNvSpPr>
          <p:nvPr/>
        </p:nvSpPr>
        <p:spPr>
          <a:xfrm>
            <a:off x="2647950" y="3314700"/>
            <a:ext cx="6896100" cy="57150"/>
          </a:xfrm>
          <a:prstGeom prst="rect">
            <a:avLst/>
          </a:prstGeom>
          <a:solidFill>
            <a:srgbClr val="E86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DCD91E-78B2-4460-AA84-288DE2783B4C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4BB07C-F722-4515-9E3C-802263FCA135}"/>
              </a:ext>
            </a:extLst>
          </p:cNvPr>
          <p:cNvSpPr>
            <a:spLocks noGrp="1"/>
          </p:cNvSpPr>
          <p:nvPr/>
        </p:nvSpPr>
        <p:spPr>
          <a:xfrm>
            <a:off x="733425" y="4267200"/>
            <a:ext cx="23812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Validate a probability model and explain performance.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55B160-D966-443C-AA85-AE28C3D3006A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E708C1-26BE-4945-A3DC-ABB066E2185B}"/>
              </a:ext>
            </a:extLst>
          </p:cNvPr>
          <p:cNvSpPr>
            <a:spLocks noGrp="1"/>
          </p:cNvSpPr>
          <p:nvPr/>
        </p:nvSpPr>
        <p:spPr>
          <a:xfrm>
            <a:off x="3609975" y="4267200"/>
            <a:ext cx="23812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Use relational history thoughtfully and reproducibly.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FE982-FEB4-424B-BECD-125739D20E6E}"/>
              </a:ext>
            </a:extLst>
          </p:cNvPr>
          <p:cNvSpPr>
            <a:spLocks noGrp="1"/>
          </p:cNvSpPr>
          <p:nvPr/>
        </p:nvSpPr>
        <p:spPr>
          <a:xfrm>
            <a:off x="6438900" y="3829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84CEEA-1D9B-44BD-8DA7-E16065D92A6D}"/>
              </a:ext>
            </a:extLst>
          </p:cNvPr>
          <p:cNvSpPr>
            <a:spLocks noGrp="1"/>
          </p:cNvSpPr>
          <p:nvPr/>
        </p:nvSpPr>
        <p:spPr>
          <a:xfrm>
            <a:off x="6486525" y="4267200"/>
            <a:ext cx="23812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Define a lending strategy and its risk-growth trade-offs.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EACFDC-B89B-4593-BB44-0A933A021074}"/>
              </a:ext>
            </a:extLst>
          </p:cNvPr>
          <p:cNvSpPr>
            <a:spLocks noGrp="1"/>
          </p:cNvSpPr>
          <p:nvPr/>
        </p:nvSpPr>
        <p:spPr>
          <a:xfrm>
            <a:off x="9315450" y="3829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COMMUNICATE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DEF8C3-3472-4030-8894-27FC1AFEFC42}"/>
              </a:ext>
            </a:extLst>
          </p:cNvPr>
          <p:cNvSpPr>
            <a:spLocks noGrp="1"/>
          </p:cNvSpPr>
          <p:nvPr/>
        </p:nvSpPr>
        <p:spPr>
          <a:xfrm>
            <a:off x="9363075" y="4267200"/>
            <a:ext cx="23812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Present clear evidence, limitations and monitoring needs.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9992-E68E-A731-92C0-00ADC06544F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805560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D3691-C392-4B8F-9453-BFA64D5204C9}"/>
              </a:ext>
            </a:extLst>
          </p:cNvPr>
          <p:cNvSpPr>
            <a:spLocks noGrp="1"/>
          </p:cNvSpPr>
          <p:nvPr/>
        </p:nvSpPr>
        <p:spPr>
          <a:xfrm>
            <a:off x="552450" y="796408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Required deliverables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3A2D9-B116-41DA-924C-84739A18D88C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8C42E-3E86-4752-B4AB-52C6FDEB16B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5F49B-8C53-4599-9204-4209A679B5C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60BD73-421F-4CBB-94FB-E2DA87E366C4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B3B1C-7D5D-4C3E-9BF1-468D9F2DAC52}"/>
              </a:ext>
            </a:extLst>
          </p:cNvPr>
          <p:cNvSpPr>
            <a:spLocks noGrp="1"/>
          </p:cNvSpPr>
          <p:nvPr/>
        </p:nvSpPr>
        <p:spPr>
          <a:xfrm>
            <a:off x="1314450" y="18669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predictions.csv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E054B-7230-4332-8926-442B50EDC45A}"/>
              </a:ext>
            </a:extLst>
          </p:cNvPr>
          <p:cNvSpPr>
            <a:spLocks noGrp="1"/>
          </p:cNvSpPr>
          <p:nvPr/>
        </p:nvSpPr>
        <p:spPr>
          <a:xfrm>
            <a:off x="1314450" y="21717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Every evaluation CustomerID with one probability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42D443-5B2E-4CB2-8D5A-4F1B78FD2382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458C64-E7A8-4A17-859D-1F33A6B2CB39}"/>
              </a:ext>
            </a:extLst>
          </p:cNvPr>
          <p:cNvSpPr>
            <a:spLocks noGrp="1"/>
          </p:cNvSpPr>
          <p:nvPr/>
        </p:nvSpPr>
        <p:spPr>
          <a:xfrm>
            <a:off x="1314450" y="26860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Runnable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CA94C-5601-4168-8430-A8672F8AE8B8}"/>
              </a:ext>
            </a:extLst>
          </p:cNvPr>
          <p:cNvSpPr>
            <a:spLocks noGrp="1"/>
          </p:cNvSpPr>
          <p:nvPr/>
        </p:nvSpPr>
        <p:spPr>
          <a:xfrm>
            <a:off x="1314450" y="299085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A clean pipeline that organizers can rerun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02D486-8F76-4516-BB6C-E75A3D861794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726F2D-B6DB-4F5E-9B5F-9CF6EB60B056}"/>
              </a:ext>
            </a:extLst>
          </p:cNvPr>
          <p:cNvSpPr>
            <a:spLocks noGrp="1"/>
          </p:cNvSpPr>
          <p:nvPr/>
        </p:nvSpPr>
        <p:spPr>
          <a:xfrm>
            <a:off x="1314450" y="35052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7366C7-3EDF-41DF-B902-F5B44833CC83}"/>
              </a:ext>
            </a:extLst>
          </p:cNvPr>
          <p:cNvSpPr>
            <a:spLocks noGrp="1"/>
          </p:cNvSpPr>
          <p:nvPr/>
        </p:nvSpPr>
        <p:spPr>
          <a:xfrm>
            <a:off x="1314450" y="38100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requirements.txt, environment.yml or equivalent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239734-038F-4478-94BD-71275DC2E4A8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F2210-B058-4C77-B38B-A29099E5B7B7}"/>
              </a:ext>
            </a:extLst>
          </p:cNvPr>
          <p:cNvSpPr>
            <a:spLocks noGrp="1"/>
          </p:cNvSpPr>
          <p:nvPr/>
        </p:nvSpPr>
        <p:spPr>
          <a:xfrm>
            <a:off x="1314450" y="43243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2C0793-D7AF-418A-8FB6-9BBD7386DD3B}"/>
              </a:ext>
            </a:extLst>
          </p:cNvPr>
          <p:cNvSpPr>
            <a:spLocks noGrp="1"/>
          </p:cNvSpPr>
          <p:nvPr/>
        </p:nvSpPr>
        <p:spPr>
          <a:xfrm>
            <a:off x="1314450" y="462915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Business recommendation, evidence and limitations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BAF7C78-C9D4-4A24-9B1A-9E1E23D76459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65D727-9B46-4584-848F-9FC0E1EC5DE2}"/>
              </a:ext>
            </a:extLst>
          </p:cNvPr>
          <p:cNvSpPr>
            <a:spLocks noGrp="1"/>
          </p:cNvSpPr>
          <p:nvPr/>
        </p:nvSpPr>
        <p:spPr>
          <a:xfrm>
            <a:off x="1314450" y="5143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Presentation slides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894131-3CB1-4EB3-8DB8-81B07DD0AFD6}"/>
              </a:ext>
            </a:extLst>
          </p:cNvPr>
          <p:cNvSpPr>
            <a:spLocks noGrp="1"/>
          </p:cNvSpPr>
          <p:nvPr/>
        </p:nvSpPr>
        <p:spPr>
          <a:xfrm>
            <a:off x="1314450" y="5448300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A concise story for judges and Regions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C4009BB-BE37-4275-9324-62FDB4516588}"/>
              </a:ext>
            </a:extLst>
          </p:cNvPr>
          <p:cNvSpPr>
            <a:spLocks noGrp="1"/>
          </p:cNvSpPr>
          <p:nvPr/>
        </p:nvSpPr>
        <p:spPr>
          <a:xfrm>
            <a:off x="7000875" y="1952625"/>
            <a:ext cx="4429125" cy="3333750"/>
          </a:xfrm>
          <a:prstGeom prst="roundRect">
            <a:avLst>
              <a:gd name="adj" fmla="val 5143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C8393-330B-454B-A754-057C25715128}"/>
              </a:ext>
            </a:extLst>
          </p:cNvPr>
          <p:cNvSpPr>
            <a:spLocks noGrp="1"/>
          </p:cNvSpPr>
          <p:nvPr/>
        </p:nvSpPr>
        <p:spPr>
          <a:xfrm>
            <a:off x="7286625" y="2209800"/>
            <a:ext cx="3857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predictions.csv</a:t>
            </a:r>
          </a:p>
        </p:txBody>
      </p:sp>
      <p:graphicFrame>
        <p:nvGraphicFramePr>
          <p:cNvPr id="49" name="Table 48"/>
          <p:cNvGraphicFramePr/>
          <p:nvPr/>
        </p:nvGraphicFramePr>
        <p:xfrm>
          <a:off x="7286625" y="2762250"/>
          <a:ext cx="3857625" cy="167640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CustomerID</a:t>
                      </a:r>
                    </a:p>
                  </a:txBody>
                  <a:tcPr marL="76200" marR="76200" marT="57150" marB="57150"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PredictedDefaultProbability</a:t>
                      </a:r>
                    </a:p>
                  </a:txBody>
                  <a:tcPr marL="76200" marR="76200" marT="57150" marB="57150">
                    <a:solidFill>
                      <a:srgbClr val="0B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CUS_000001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0.0825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CUS_000002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0.6110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CUS_000003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0.1734</a:t>
                      </a:r>
                    </a:p>
                  </a:txBody>
                  <a:tcPr marL="76200" marR="76200" marT="57150" marB="571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4FBB626D-7626-4E4F-BCBF-82DAADC11B56}"/>
              </a:ext>
            </a:extLst>
          </p:cNvPr>
          <p:cNvSpPr>
            <a:spLocks noGrp="1"/>
          </p:cNvSpPr>
          <p:nvPr/>
        </p:nvSpPr>
        <p:spPr>
          <a:xfrm>
            <a:off x="7334250" y="4710116"/>
            <a:ext cx="3762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Preserve a copy of the submitted file.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3FE332-BB67-DC03-606C-24FCE057F96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68878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94346B-352E-494F-AD72-2DC8E181C0F4}"/>
              </a:ext>
            </a:extLst>
          </p:cNvPr>
          <p:cNvSpPr>
            <a:spLocks noGrp="1"/>
          </p:cNvSpPr>
          <p:nvPr/>
        </p:nvSpPr>
        <p:spPr>
          <a:xfrm>
            <a:off x="552450" y="816072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Prediction submission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E9361B-3A1C-4F77-865A-0B2A28F38D2C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E943F-087F-4E5B-9C45-620CC547F08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05B2C-B2B8-42A9-BC90-287EEF965E2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8B4E6-F76B-4519-B680-6D286E704D6E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5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Exactly two columns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03804-3B54-4A24-BB89-1F29566BCE9B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4476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CustomerID</a:t>
            </a:r>
          </a:p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PredictedDefaultProbability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E5C5E8-C88B-4582-B4DE-8314E9677897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One row for every evaluation 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FDE660-283C-4DF9-8596-36C44B7B40D0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Probabilities must be numeric and within [0, 1]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9120B-631E-4B18-8034-9F6D437EFD1E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Hard labels are not accepted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4E961B-A3FB-4DE7-96B2-401F4DB2AE86}"/>
              </a:ext>
            </a:extLst>
          </p:cNvPr>
          <p:cNvSpPr>
            <a:spLocks noGrp="1"/>
          </p:cNvSpPr>
          <p:nvPr/>
        </p:nvSpPr>
        <p:spPr>
          <a:xfrm>
            <a:off x="6477000" y="1943100"/>
            <a:ext cx="4762500" cy="3638550"/>
          </a:xfrm>
          <a:prstGeom prst="roundRect">
            <a:avLst>
              <a:gd name="adj" fmla="val 4712"/>
            </a:avLst>
          </a:prstGeom>
          <a:solidFill>
            <a:srgbClr val="FBE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0FA6FA-1E75-424B-A036-8F819280D3ED}"/>
              </a:ext>
            </a:extLst>
          </p:cNvPr>
          <p:cNvSpPr>
            <a:spLocks noGrp="1"/>
          </p:cNvSpPr>
          <p:nvPr/>
        </p:nvSpPr>
        <p:spPr>
          <a:xfrm>
            <a:off x="6838950" y="2209800"/>
            <a:ext cx="403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The scoring script rejects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E916BF-98E4-4ED9-9C5A-745D51A26F43}"/>
              </a:ext>
            </a:extLst>
          </p:cNvPr>
          <p:cNvSpPr>
            <a:spLocks noGrp="1"/>
          </p:cNvSpPr>
          <p:nvPr/>
        </p:nvSpPr>
        <p:spPr>
          <a:xfrm>
            <a:off x="6819900" y="2838450"/>
            <a:ext cx="4000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63746"/>
                </a:solidFill>
                <a:latin typeface="Arial"/>
                <a:ea typeface="Arial"/>
                <a:cs typeface="Arial"/>
              </a:rPr>
              <a:t>missing or extra columns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63746"/>
                </a:solidFill>
                <a:latin typeface="Arial"/>
                <a:ea typeface="Arial"/>
                <a:cs typeface="Arial"/>
              </a:rPr>
              <a:t>duplicate or unknown IDs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63746"/>
                </a:solidFill>
                <a:latin typeface="Arial"/>
                <a:ea typeface="Arial"/>
                <a:cs typeface="Arial"/>
              </a:rPr>
              <a:t>missing evaluation applicants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63746"/>
                </a:solidFill>
                <a:latin typeface="Arial"/>
                <a:ea typeface="Arial"/>
                <a:cs typeface="Arial"/>
              </a:rPr>
              <a:t>text, nonfinite or out-of-range probabilities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9DEA6-BBE2-46DC-865C-5CD2389BB466}"/>
              </a:ext>
            </a:extLst>
          </p:cNvPr>
          <p:cNvSpPr>
            <a:spLocks noGrp="1"/>
          </p:cNvSpPr>
          <p:nvPr/>
        </p:nvSpPr>
        <p:spPr>
          <a:xfrm>
            <a:off x="6819900" y="50101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Use submission/prediction_template.csv as </a:t>
            </a:r>
            <a:r>
              <a:rPr lang="en-US" sz="1425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 refe</a:t>
            </a:r>
            <a:r>
              <a:rPr lang="en-US" sz="1425" b="1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rence</a:t>
            </a:r>
            <a:r>
              <a:rPr sz="1425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C4EB55-56C2-CE0E-AC5B-610CCA6CD6E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67680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928C70-0B61-40CD-8FCF-B7131CCB7D10}"/>
              </a:ext>
            </a:extLst>
          </p:cNvPr>
          <p:cNvSpPr>
            <a:spLocks noGrp="1"/>
          </p:cNvSpPr>
          <p:nvPr/>
        </p:nvSpPr>
        <p:spPr>
          <a:xfrm>
            <a:off x="552450" y="816072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One weighted overall ranking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394F8-B64A-4DC3-B5A3-3226D132B00E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FFCCA-FC2F-4AA2-84E9-23BCED3D2B0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55973E-1482-4D87-BF03-AFA66F9568C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647700" y="1885950"/>
          <a:ext cx="790575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0E4B20-8B4C-4742-8F8D-5D09E14AFAA2}"/>
              </a:ext>
            </a:extLst>
          </p:cNvPr>
          <p:cNvSpPr>
            <a:spLocks noGrp="1"/>
          </p:cNvSpPr>
          <p:nvPr/>
        </p:nvSpPr>
        <p:spPr>
          <a:xfrm>
            <a:off x="9001125" y="215265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0B2341"/>
          </a:solidFill>
          <a:ln w="9525">
            <a:solidFill>
              <a:srgbClr val="0B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836807-4EB5-44D3-B645-8E9A5212322F}"/>
              </a:ext>
            </a:extLst>
          </p:cNvPr>
          <p:cNvSpPr>
            <a:spLocks noGrp="1"/>
          </p:cNvSpPr>
          <p:nvPr/>
        </p:nvSpPr>
        <p:spPr>
          <a:xfrm>
            <a:off x="9372600" y="2619375"/>
            <a:ext cx="1638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76A668-6770-4207-A1BD-1E2BACA41D63}"/>
              </a:ext>
            </a:extLst>
          </p:cNvPr>
          <p:cNvSpPr>
            <a:spLocks noGrp="1"/>
          </p:cNvSpPr>
          <p:nvPr/>
        </p:nvSpPr>
        <p:spPr>
          <a:xfrm>
            <a:off x="9372600" y="3333750"/>
            <a:ext cx="1638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 b="0" i="0">
                <a:solidFill>
                  <a:srgbClr val="E5EC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E5ECF2"/>
                </a:solidFill>
                <a:latin typeface="Arial"/>
                <a:ea typeface="Arial"/>
                <a:cs typeface="Arial"/>
              </a:rPr>
              <a:t>possible points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FC174-1615-43F4-AFEF-C35506051D83}"/>
              </a:ext>
            </a:extLst>
          </p:cNvPr>
          <p:cNvSpPr>
            <a:spLocks noGrp="1"/>
          </p:cNvSpPr>
          <p:nvPr/>
        </p:nvSpPr>
        <p:spPr>
          <a:xfrm>
            <a:off x="9220200" y="4762500"/>
            <a:ext cx="194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B9B3FE-D9C0-43FE-910D-A5EB1CC9719C}"/>
              </a:ext>
            </a:extLst>
          </p:cNvPr>
          <p:cNvSpPr>
            <a:spLocks noGrp="1"/>
          </p:cNvSpPr>
          <p:nvPr/>
        </p:nvSpPr>
        <p:spPr>
          <a:xfrm>
            <a:off x="8972550" y="5124450"/>
            <a:ext cx="24574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Responsible Analytics</a:t>
            </a:r>
          </a:p>
          <a:p>
            <a:pPr algn="ctr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then Reproducibility</a:t>
            </a:r>
          </a:p>
          <a:p>
            <a:pPr algn="ctr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then Predictive Analytics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ADEFF-8415-DFC6-14DC-1A54BA526F6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91311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B65C06-5161-4340-B469-1EB1B7A56C35}"/>
              </a:ext>
            </a:extLst>
          </p:cNvPr>
          <p:cNvSpPr>
            <a:spLocks noGrp="1"/>
          </p:cNvSpPr>
          <p:nvPr/>
        </p:nvSpPr>
        <p:spPr>
          <a:xfrm>
            <a:off x="552450" y="796408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Awards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973C1B-AA74-401E-B31E-7443AAE501F2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0347C-7C99-44B2-91DC-90760F66297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20C3B-F288-48B0-A5CB-B46BEA874D4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5" name="Table 14"/>
          <p:cNvGraphicFramePr/>
          <p:nvPr>
            <p:extLst>
              <p:ext uri="{D42A27DB-BD31-4B8C-83A1-F6EECF244321}">
                <p14:modId xmlns:p14="http://schemas.microsoft.com/office/powerpoint/2010/main" val="531451723"/>
              </p:ext>
            </p:extLst>
          </p:nvPr>
        </p:nvGraphicFramePr>
        <p:xfrm>
          <a:off x="933450" y="2076450"/>
          <a:ext cx="10325100" cy="2857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 rank</a:t>
                      </a:r>
                    </a:p>
                  </a:txBody>
                  <a:tcPr marL="133350" marR="133350" marT="95250" marB="95250"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Tuition 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Award</a:t>
                      </a:r>
                    </a:p>
                  </a:txBody>
                  <a:tcPr marL="133350" marR="133350" marT="95250" marB="95250">
                    <a:solidFill>
                      <a:srgbClr val="0B23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Details</a:t>
                      </a:r>
                    </a:p>
                  </a:txBody>
                  <a:tcPr marL="133350" marR="133350" marT="95250" marB="95250">
                    <a:solidFill>
                      <a:srgbClr val="0B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86100"/>
                          </a:solidFill>
                          <a:latin typeface="Arial"/>
                          <a:ea typeface="Arial"/>
                          <a:cs typeface="Arial"/>
                        </a:rPr>
                        <a:t>1st Place</a:t>
                      </a:r>
                    </a:p>
                  </a:txBody>
                  <a:tcPr marL="133350" marR="133350" marT="114300" marB="114300"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86100"/>
                          </a:solidFill>
                          <a:latin typeface="Arial"/>
                          <a:ea typeface="Arial"/>
                          <a:cs typeface="Arial"/>
                        </a:rPr>
                        <a:t>$12,000</a:t>
                      </a:r>
                    </a:p>
                  </a:txBody>
                  <a:tcPr marL="133350" marR="133350" marT="114300" marB="114300"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$3,000 per student for four team members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2341"/>
                          </a:solidFill>
                          <a:latin typeface="Arial"/>
                          <a:ea typeface="Arial"/>
                          <a:cs typeface="Arial"/>
                        </a:rPr>
                        <a:t>2nd Place</a:t>
                      </a:r>
                    </a:p>
                  </a:txBody>
                  <a:tcPr marL="133350" marR="133350" marT="114300" marB="114300">
                    <a:solidFill>
                      <a:srgbClr val="DD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2341"/>
                          </a:solidFill>
                          <a:latin typeface="Arial"/>
                          <a:ea typeface="Arial"/>
                          <a:cs typeface="Arial"/>
                        </a:rPr>
                        <a:t>$6,000</a:t>
                      </a:r>
                    </a:p>
                  </a:txBody>
                  <a:tcPr marL="133350" marR="133350" marT="114300" marB="114300">
                    <a:solidFill>
                      <a:srgbClr val="DD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$1,500 per student for four team members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2341"/>
                          </a:solidFill>
                          <a:latin typeface="Arial"/>
                          <a:ea typeface="Arial"/>
                          <a:cs typeface="Arial"/>
                        </a:rPr>
                        <a:t>3rd Place</a:t>
                      </a:r>
                    </a:p>
                  </a:txBody>
                  <a:tcPr marL="133350" marR="133350" marT="114300" marB="11430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2341"/>
                          </a:solidFill>
                          <a:latin typeface="Arial"/>
                          <a:ea typeface="Arial"/>
                          <a:cs typeface="Arial"/>
                        </a:rPr>
                        <a:t>Bicycles</a:t>
                      </a:r>
                    </a:p>
                  </a:txBody>
                  <a:tcPr marL="133350" marR="133350" marT="114300" marB="11430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dirty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Fulfillment details communicated by organizers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C58E8B5-2084-470C-8406-0B9324479B7C}"/>
              </a:ext>
            </a:extLst>
          </p:cNvPr>
          <p:cNvSpPr>
            <a:spLocks noGrp="1"/>
          </p:cNvSpPr>
          <p:nvPr/>
        </p:nvSpPr>
        <p:spPr>
          <a:xfrm>
            <a:off x="1809750" y="5219700"/>
            <a:ext cx="857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Eligibility includes compliance with the published rules, submission requirements</a:t>
            </a:r>
          </a:p>
          <a:p>
            <a:pPr algn="ctr">
              <a:defRPr sz="157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and finalist audit.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E0F73C-A7B9-2FFE-3E43-8982228D368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261466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C12722-D9F2-4DEA-A6A4-C8F7D9C20C7F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1076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analytics and competition integrity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77E2B4-F089-4A85-92D5-7B13997EDFF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87100" cy="19050"/>
          </a:xfrm>
          <a:prstGeom prst="rect">
            <a:avLst/>
          </a:prstGeom>
          <a:solidFill>
            <a:srgbClr val="3851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61AEF0-C608-4B5B-9A5D-7D30222830DE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FFC04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C044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C27BF-319B-430A-88C4-DE8AD312DC77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4762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audit fields only for group-level checks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disclose libraries, pretrained models and nonrelease data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limitations, uncertainty and monitoring needs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 Auburn’s code of conduct and professional expectations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AEB74-9A84-43E8-A7F8-E37D2557E47A}"/>
              </a:ext>
            </a:extLst>
          </p:cNvPr>
          <p:cNvSpPr>
            <a:spLocks noGrp="1"/>
          </p:cNvSpPr>
          <p:nvPr/>
        </p:nvSpPr>
        <p:spPr>
          <a:xfrm>
            <a:off x="6762750" y="18669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0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Prohibited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8E48B-DC19-45DC-A4B6-C74C548BCF69}"/>
              </a:ext>
            </a:extLst>
          </p:cNvPr>
          <p:cNvSpPr>
            <a:spLocks noGrp="1"/>
          </p:cNvSpPr>
          <p:nvPr/>
        </p:nvSpPr>
        <p:spPr>
          <a:xfrm>
            <a:off x="6743700" y="2400300"/>
            <a:ext cx="46672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external labeled data or recovered public labels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source-record lookup or manual label assignment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AuditGenderGroup or AuditAgeBand as model inputs</a:t>
            </a:r>
          </a:p>
          <a:p>
            <a:pPr marL="254000" indent="-1270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sharing organizer-only material or hidden labels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5BBC90-1A75-422A-93A2-D0934249C0E2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9867900" cy="666750"/>
          </a:xfrm>
          <a:prstGeom prst="roundRect">
            <a:avLst>
              <a:gd name="adj" fmla="val 20000"/>
            </a:avLst>
          </a:prstGeom>
          <a:solidFill>
            <a:srgbClr val="173A60"/>
          </a:solidFill>
          <a:ln w="9525">
            <a:solidFill>
              <a:srgbClr val="5572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6E0DA-7AB2-431A-BBF8-7F1067E2071C}"/>
              </a:ext>
            </a:extLst>
          </p:cNvPr>
          <p:cNvSpPr>
            <a:spLocks noGrp="1"/>
          </p:cNvSpPr>
          <p:nvPr/>
        </p:nvSpPr>
        <p:spPr>
          <a:xfrm>
            <a:off x="1409700" y="5513440"/>
            <a:ext cx="937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variables evaluate outcomes after modeling.</a:t>
            </a:r>
          </a:p>
          <a:p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They cannot determine who receives credit.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55726-2823-4787-8E11-632B80E365B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D9E2E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D9E2EA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551457-626C-4063-BC6A-BE8DF3C0C37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D9E2E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E2E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F8A7B5-F60C-4078-16E1-C91F7A8FB10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886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DA12BC-AEA6-4336-9CB1-8B993A793BCB}"/>
              </a:ext>
            </a:extLst>
          </p:cNvPr>
          <p:cNvSpPr>
            <a:spLocks noGrp="1"/>
          </p:cNvSpPr>
          <p:nvPr/>
        </p:nvSpPr>
        <p:spPr>
          <a:xfrm>
            <a:off x="552450" y="776744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Reproducibility is part of the score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C8919-4B01-4A09-8A14-F5C9EB2902C8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B52A06-C084-4F81-B659-17D49DDA2A0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AE993D-7499-4E7C-8874-BFA811713BE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pro-1">
            <a:extLst>
              <a:ext uri="{FF2B5EF4-FFF2-40B4-BE49-F238E27FC236}">
                <a16:creationId xmlns:a16="http://schemas.microsoft.com/office/drawing/2014/main" id="{0F62C182-80AE-419F-8B0F-23F9132A90FE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2381250" cy="2152650"/>
          </a:xfrm>
          <a:prstGeom prst="roundRect">
            <a:avLst>
              <a:gd name="adj" fmla="val 7965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F5108-E040-4A38-8B28-1F88A7863443}"/>
              </a:ext>
            </a:extLst>
          </p:cNvPr>
          <p:cNvSpPr>
            <a:spLocks noGrp="1"/>
          </p:cNvSpPr>
          <p:nvPr/>
        </p:nvSpPr>
        <p:spPr>
          <a:xfrm>
            <a:off x="819150" y="24384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D0F58-27E5-4CC1-AE26-3C29A8DE557F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1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30546A-53A9-4728-8B76-9DAADCEED645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192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Check the </a:t>
            </a:r>
            <a:r>
              <a:rPr lang="en-US" sz="150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files</a:t>
            </a:r>
            <a:endParaRPr sz="1500" b="0" i="0" dirty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pro-2">
            <a:extLst>
              <a:ext uri="{FF2B5EF4-FFF2-40B4-BE49-F238E27FC236}">
                <a16:creationId xmlns:a16="http://schemas.microsoft.com/office/drawing/2014/main" id="{0C9EF8F1-8C71-43B2-8F24-471721E27327}"/>
              </a:ext>
            </a:extLst>
          </p:cNvPr>
          <p:cNvSpPr>
            <a:spLocks noGrp="1"/>
          </p:cNvSpPr>
          <p:nvPr/>
        </p:nvSpPr>
        <p:spPr>
          <a:xfrm>
            <a:off x="3505200" y="2247900"/>
            <a:ext cx="2381250" cy="2152650"/>
          </a:xfrm>
          <a:prstGeom prst="roundRect">
            <a:avLst>
              <a:gd name="adj" fmla="val 7965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81DCB-D80B-47A0-8511-E52F18841B37}"/>
              </a:ext>
            </a:extLst>
          </p:cNvPr>
          <p:cNvSpPr>
            <a:spLocks noGrp="1"/>
          </p:cNvSpPr>
          <p:nvPr/>
        </p:nvSpPr>
        <p:spPr>
          <a:xfrm>
            <a:off x="3695700" y="24384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6A4F2-82D4-4CEC-946E-F1D700C3C9B9}"/>
              </a:ext>
            </a:extLst>
          </p:cNvPr>
          <p:cNvSpPr>
            <a:spLocks noGrp="1"/>
          </p:cNvSpPr>
          <p:nvPr/>
        </p:nvSpPr>
        <p:spPr>
          <a:xfrm>
            <a:off x="3714750" y="29527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1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6231D5-A22C-46D5-B299-0D6ADA977137}"/>
              </a:ext>
            </a:extLst>
          </p:cNvPr>
          <p:cNvSpPr>
            <a:spLocks noGrp="1"/>
          </p:cNvSpPr>
          <p:nvPr/>
        </p:nvSpPr>
        <p:spPr>
          <a:xfrm>
            <a:off x="3733800" y="3486150"/>
            <a:ext cx="192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Use a scripted data and feature pipeline</a:t>
            </a:r>
          </a:p>
        </p:txBody>
      </p:sp>
      <p:sp>
        <p:nvSpPr>
          <p:cNvPr id="15" name="repro-3">
            <a:extLst>
              <a:ext uri="{FF2B5EF4-FFF2-40B4-BE49-F238E27FC236}">
                <a16:creationId xmlns:a16="http://schemas.microsoft.com/office/drawing/2014/main" id="{A94581A9-C6B7-4267-AB95-DF58AAACCE76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2381250" cy="2152650"/>
          </a:xfrm>
          <a:prstGeom prst="roundRect">
            <a:avLst>
              <a:gd name="adj" fmla="val 7965"/>
            </a:avLst>
          </a:prstGeom>
          <a:solidFill>
            <a:srgbClr val="F4F5F6"/>
          </a:solidFill>
          <a:ln w="9525">
            <a:solidFill>
              <a:srgbClr val="D6D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200F91-EC4B-4008-9CCB-53457E0A8F5A}"/>
              </a:ext>
            </a:extLst>
          </p:cNvPr>
          <p:cNvSpPr>
            <a:spLocks noGrp="1"/>
          </p:cNvSpPr>
          <p:nvPr/>
        </p:nvSpPr>
        <p:spPr>
          <a:xfrm>
            <a:off x="6572250" y="24384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0E547-9860-4665-B726-9103036B2F26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1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5D270C-D6D3-4CDD-9490-343FAA55D9E9}"/>
              </a:ext>
            </a:extLst>
          </p:cNvPr>
          <p:cNvSpPr>
            <a:spLocks noGrp="1"/>
          </p:cNvSpPr>
          <p:nvPr/>
        </p:nvSpPr>
        <p:spPr>
          <a:xfrm>
            <a:off x="6610350" y="3486150"/>
            <a:ext cx="192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 the submitted prediction hash</a:t>
            </a:r>
          </a:p>
        </p:txBody>
      </p:sp>
      <p:sp>
        <p:nvSpPr>
          <p:cNvPr id="19" name="repro-4">
            <a:extLst>
              <a:ext uri="{FF2B5EF4-FFF2-40B4-BE49-F238E27FC236}">
                <a16:creationId xmlns:a16="http://schemas.microsoft.com/office/drawing/2014/main" id="{9CE906DF-6823-4973-A130-A8A1709F0736}"/>
              </a:ext>
            </a:extLst>
          </p:cNvPr>
          <p:cNvSpPr>
            <a:spLocks noGrp="1"/>
          </p:cNvSpPr>
          <p:nvPr/>
        </p:nvSpPr>
        <p:spPr>
          <a:xfrm>
            <a:off x="9258300" y="2247900"/>
            <a:ext cx="2381250" cy="2152650"/>
          </a:xfrm>
          <a:prstGeom prst="roundRect">
            <a:avLst>
              <a:gd name="adj" fmla="val 7965"/>
            </a:avLst>
          </a:prstGeom>
          <a:solidFill>
            <a:srgbClr val="0B2341"/>
          </a:solidFill>
          <a:ln w="9525">
            <a:solidFill>
              <a:srgbClr val="0B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0CA679-93D3-4E65-A3DF-AC38FF7CFB91}"/>
              </a:ext>
            </a:extLst>
          </p:cNvPr>
          <p:cNvSpPr>
            <a:spLocks noGrp="1"/>
          </p:cNvSpPr>
          <p:nvPr/>
        </p:nvSpPr>
        <p:spPr>
          <a:xfrm>
            <a:off x="9448800" y="24384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B23B44-086F-4684-8E47-0E87860315C3}"/>
              </a:ext>
            </a:extLst>
          </p:cNvPr>
          <p:cNvSpPr>
            <a:spLocks noGrp="1"/>
          </p:cNvSpPr>
          <p:nvPr/>
        </p:nvSpPr>
        <p:spPr>
          <a:xfrm>
            <a:off x="9467850" y="29527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Rerun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6531F1-310E-43D2-A4E2-6189C28EEC28}"/>
              </a:ext>
            </a:extLst>
          </p:cNvPr>
          <p:cNvSpPr>
            <a:spLocks noGrp="1"/>
          </p:cNvSpPr>
          <p:nvPr/>
        </p:nvSpPr>
        <p:spPr>
          <a:xfrm>
            <a:off x="9486900" y="3486150"/>
            <a:ext cx="192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0" i="0">
                <a:solidFill>
                  <a:srgbClr val="E9EEF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E9EEF3"/>
                </a:solidFill>
                <a:latin typeface="Arial"/>
                <a:ea typeface="Arial"/>
                <a:cs typeface="Arial"/>
              </a:rPr>
              <a:t>Recreate predictions in a clean environment</a:t>
            </a:r>
          </a:p>
        </p:txBody>
      </p:sp>
      <p:cxnSp>
        <p:nvCxnSpPr>
          <p:cNvPr id="49" name="Straight Arrow Connector 48"/>
          <p:cNvCxnSpPr>
            <a:stCxn id="7" idx="3"/>
            <a:endCxn id="11" idx="1"/>
          </p:cNvCxnSpPr>
          <p:nvPr/>
        </p:nvCxnSpPr>
        <p:spPr>
          <a:xfrm>
            <a:off x="3009900" y="3324225"/>
            <a:ext cx="495300" cy="0"/>
          </a:xfrm>
          <a:prstGeom prst="straightConnector1">
            <a:avLst/>
          </a:prstGeom>
          <a:ln w="28575">
            <a:solidFill>
              <a:srgbClr val="E86100"/>
            </a:solidFill>
            <a:prstDash val="solid"/>
            <a:tailEnd type="triangle" w="sm" len="sm"/>
          </a:ln>
        </p:spPr>
      </p:cxnSp>
      <p:cxnSp>
        <p:nvCxnSpPr>
          <p:cNvPr id="50" name="Straight Arrow Connector 49"/>
          <p:cNvCxnSpPr>
            <a:stCxn id="11" idx="3"/>
            <a:endCxn id="15" idx="1"/>
          </p:cNvCxnSpPr>
          <p:nvPr/>
        </p:nvCxnSpPr>
        <p:spPr>
          <a:xfrm>
            <a:off x="5886450" y="3324225"/>
            <a:ext cx="495300" cy="0"/>
          </a:xfrm>
          <a:prstGeom prst="straightConnector1">
            <a:avLst/>
          </a:prstGeom>
          <a:ln w="28575">
            <a:solidFill>
              <a:srgbClr val="E86100"/>
            </a:solidFill>
            <a:prstDash val="solid"/>
            <a:tailEnd type="triangle" w="sm" len="sm"/>
          </a:ln>
        </p:spPr>
      </p:cxnSp>
      <p:cxnSp>
        <p:nvCxnSpPr>
          <p:cNvPr id="51" name="Straight Arrow Connector 50"/>
          <p:cNvCxnSpPr>
            <a:stCxn id="15" idx="3"/>
            <a:endCxn id="19" idx="1"/>
          </p:cNvCxnSpPr>
          <p:nvPr/>
        </p:nvCxnSpPr>
        <p:spPr>
          <a:xfrm>
            <a:off x="8763000" y="3324225"/>
            <a:ext cx="495300" cy="0"/>
          </a:xfrm>
          <a:prstGeom prst="straightConnector1">
            <a:avLst/>
          </a:prstGeom>
          <a:ln w="28575">
            <a:solidFill>
              <a:srgbClr val="E86100"/>
            </a:solidFill>
            <a:prstDash val="solid"/>
            <a:tailEnd type="triangle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322F4F3-5DDA-43F3-8F77-167D3ACE856E}"/>
              </a:ext>
            </a:extLst>
          </p:cNvPr>
          <p:cNvSpPr>
            <a:spLocks noGrp="1"/>
          </p:cNvSpPr>
          <p:nvPr/>
        </p:nvSpPr>
        <p:spPr>
          <a:xfrm>
            <a:off x="1543050" y="4953000"/>
            <a:ext cx="9105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Organizers may inspect joins, external-data references and model inputs if results appear implausible or if a finalist audit identifies discrepancies.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B08307-6587-B403-5F6F-3D0DB320966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98708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576A72-EC85-4B14-8AA6-2CD29DFED1D7}"/>
              </a:ext>
            </a:extLst>
          </p:cNvPr>
          <p:cNvSpPr>
            <a:spLocks noGrp="1"/>
          </p:cNvSpPr>
          <p:nvPr/>
        </p:nvSpPr>
        <p:spPr>
          <a:xfrm>
            <a:off x="552450" y="825906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Two-day event schedule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9D1BF7-C78B-4F60-B881-5AA1F550E0C9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F37650-6C94-46F5-8B8A-D7FEB233970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9887BF-4B56-42E6-90F1-FCA7FC685A0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B25C75-D4F7-4A78-8FD1-7616861BBE83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FRIDAY · OCTOBER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550FF-17E2-4223-ABBA-4530215EB89D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8:45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9E635E-4DD6-4DAA-8576-F1A8A1F1910A}"/>
              </a:ext>
            </a:extLst>
          </p:cNvPr>
          <p:cNvSpPr>
            <a:spLocks noGrp="1"/>
          </p:cNvSpPr>
          <p:nvPr/>
        </p:nvSpPr>
        <p:spPr>
          <a:xfrm>
            <a:off x="1695450" y="2343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Check-in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7CCDE-1700-4D92-ADCD-0B6BC37877BD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9:00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7BD00-E983-479F-8231-98BB9A2661CA}"/>
              </a:ext>
            </a:extLst>
          </p:cNvPr>
          <p:cNvSpPr>
            <a:spLocks noGrp="1"/>
          </p:cNvSpPr>
          <p:nvPr/>
        </p:nvSpPr>
        <p:spPr>
          <a:xfrm>
            <a:off x="1695450" y="2857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53F13C-9506-490F-850F-8BE901330995}"/>
              </a:ext>
            </a:extLst>
          </p:cNvPr>
          <p:cNvSpPr>
            <a:spLocks noGrp="1"/>
          </p:cNvSpPr>
          <p:nvPr/>
        </p:nvSpPr>
        <p:spPr>
          <a:xfrm>
            <a:off x="762000" y="33718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9:10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796E0C-BCA5-4A05-9001-72CD0AE94386}"/>
              </a:ext>
            </a:extLst>
          </p:cNvPr>
          <p:cNvSpPr>
            <a:spLocks noGrp="1"/>
          </p:cNvSpPr>
          <p:nvPr/>
        </p:nvSpPr>
        <p:spPr>
          <a:xfrm>
            <a:off x="1695450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Challenge and data briefing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BD49AC-FCD1-472D-A9C7-3D370DF85871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9:35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D7DBA-3064-4872-A5DA-8AEEBDFE78B9}"/>
              </a:ext>
            </a:extLst>
          </p:cNvPr>
          <p:cNvSpPr>
            <a:spLocks noGrp="1"/>
          </p:cNvSpPr>
          <p:nvPr/>
        </p:nvSpPr>
        <p:spPr>
          <a:xfrm>
            <a:off x="1695450" y="38862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Rules, deliverables and judging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3078B6-CC51-477D-A619-62553D5F5321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9:50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90AC72-90CC-4CEA-8D51-3462B63F1489}"/>
              </a:ext>
            </a:extLst>
          </p:cNvPr>
          <p:cNvSpPr>
            <a:spLocks noGrp="1"/>
          </p:cNvSpPr>
          <p:nvPr/>
        </p:nvSpPr>
        <p:spPr>
          <a:xfrm>
            <a:off x="1695450" y="44005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Sponsor remarks</a:t>
            </a:r>
            <a:endParaRPr sz="1575" b="0" i="0" dirty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72DD1-E31B-432D-9D37-10CAD7DCE107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2430D-F8E4-463C-975C-CE251EC3DBCA}"/>
              </a:ext>
            </a:extLst>
          </p:cNvPr>
          <p:cNvSpPr>
            <a:spLocks noGrp="1"/>
          </p:cNvSpPr>
          <p:nvPr/>
        </p:nvSpPr>
        <p:spPr>
          <a:xfrm>
            <a:off x="1695450" y="4914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Hackathon begins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4900A6-7E0B-41A6-A886-FB12AE046C5B}"/>
              </a:ext>
            </a:extLst>
          </p:cNvPr>
          <p:cNvSpPr>
            <a:spLocks noGrp="1"/>
          </p:cNvSpPr>
          <p:nvPr/>
        </p:nvSpPr>
        <p:spPr>
          <a:xfrm>
            <a:off x="5981700" y="1885950"/>
            <a:ext cx="19050" cy="37147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EDD203-FB29-4434-AB69-0C58120A29C5}"/>
              </a:ext>
            </a:extLst>
          </p:cNvPr>
          <p:cNvSpPr>
            <a:spLocks noGrp="1"/>
          </p:cNvSpPr>
          <p:nvPr/>
        </p:nvSpPr>
        <p:spPr>
          <a:xfrm>
            <a:off x="6515100" y="18478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7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SATURDAY · OCTOBER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A648B7-38E8-4D5B-B4DE-15F40D97CA8F}"/>
              </a:ext>
            </a:extLst>
          </p:cNvPr>
          <p:cNvSpPr>
            <a:spLocks noGrp="1"/>
          </p:cNvSpPr>
          <p:nvPr/>
        </p:nvSpPr>
        <p:spPr>
          <a:xfrm>
            <a:off x="6534150" y="23431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9:00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886345-3F71-4F61-92D5-53572DB88C13}"/>
              </a:ext>
            </a:extLst>
          </p:cNvPr>
          <p:cNvSpPr>
            <a:spLocks noGrp="1"/>
          </p:cNvSpPr>
          <p:nvPr/>
        </p:nvSpPr>
        <p:spPr>
          <a:xfrm>
            <a:off x="7543800" y="234315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Final team 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C742C6-4BCC-4169-88BE-BC21665949BB}"/>
              </a:ext>
            </a:extLst>
          </p:cNvPr>
          <p:cNvSpPr>
            <a:spLocks noGrp="1"/>
          </p:cNvSpPr>
          <p:nvPr/>
        </p:nvSpPr>
        <p:spPr>
          <a:xfrm>
            <a:off x="6534150" y="2790825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10:45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BACCDE-ECD4-405A-80BE-22E60842B2E9}"/>
              </a:ext>
            </a:extLst>
          </p:cNvPr>
          <p:cNvSpPr>
            <a:spLocks noGrp="1"/>
          </p:cNvSpPr>
          <p:nvPr/>
        </p:nvSpPr>
        <p:spPr>
          <a:xfrm>
            <a:off x="7543800" y="2790825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Submission window</a:t>
            </a:r>
            <a:r>
              <a:rPr lang="en-US" sz="1575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opens</a:t>
            </a:r>
            <a:endParaRPr sz="1575" b="0" i="0" dirty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65DB3E-4750-4AD0-AEAF-2D3309C18C0E}"/>
              </a:ext>
            </a:extLst>
          </p:cNvPr>
          <p:cNvSpPr>
            <a:spLocks noGrp="1"/>
          </p:cNvSpPr>
          <p:nvPr/>
        </p:nvSpPr>
        <p:spPr>
          <a:xfrm>
            <a:off x="6534150" y="32385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11:15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713096-AA1E-41E0-B934-B08603EF460E}"/>
              </a:ext>
            </a:extLst>
          </p:cNvPr>
          <p:cNvSpPr>
            <a:spLocks noGrp="1"/>
          </p:cNvSpPr>
          <p:nvPr/>
        </p:nvSpPr>
        <p:spPr>
          <a:xfrm>
            <a:off x="7543800" y="32385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lang="en-US" sz="1575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Submission deadline and </a:t>
            </a:r>
            <a:r>
              <a:rPr sz="1575" b="0" i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Networking lunch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B13812-C164-4331-A1E4-E700C09BE2C2}"/>
              </a:ext>
            </a:extLst>
          </p:cNvPr>
          <p:cNvSpPr>
            <a:spLocks noGrp="1"/>
          </p:cNvSpPr>
          <p:nvPr/>
        </p:nvSpPr>
        <p:spPr>
          <a:xfrm>
            <a:off x="6534150" y="3686175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12:10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F26BEB-DFEE-422F-97D6-AFF103AA0575}"/>
              </a:ext>
            </a:extLst>
          </p:cNvPr>
          <p:cNvSpPr>
            <a:spLocks noGrp="1"/>
          </p:cNvSpPr>
          <p:nvPr/>
        </p:nvSpPr>
        <p:spPr>
          <a:xfrm>
            <a:off x="7543800" y="3686175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Team presentations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3725DE-DEDE-41EE-B725-580A3489A31E}"/>
              </a:ext>
            </a:extLst>
          </p:cNvPr>
          <p:cNvSpPr>
            <a:spLocks noGrp="1"/>
          </p:cNvSpPr>
          <p:nvPr/>
        </p:nvSpPr>
        <p:spPr>
          <a:xfrm>
            <a:off x="6534150" y="413385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2:10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6213BF-EC9D-4BBA-ACC5-B319D4D4FA6F}"/>
              </a:ext>
            </a:extLst>
          </p:cNvPr>
          <p:cNvSpPr>
            <a:spLocks noGrp="1"/>
          </p:cNvSpPr>
          <p:nvPr/>
        </p:nvSpPr>
        <p:spPr>
          <a:xfrm>
            <a:off x="7543800" y="413385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Judging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3FA870-9B0C-4956-9484-FF3EC7D32D78}"/>
              </a:ext>
            </a:extLst>
          </p:cNvPr>
          <p:cNvSpPr>
            <a:spLocks noGrp="1"/>
          </p:cNvSpPr>
          <p:nvPr/>
        </p:nvSpPr>
        <p:spPr>
          <a:xfrm>
            <a:off x="6534150" y="4581525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2:40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099A54-AAAB-49B0-A306-6F9413C36EF2}"/>
              </a:ext>
            </a:extLst>
          </p:cNvPr>
          <p:cNvSpPr>
            <a:spLocks noGrp="1"/>
          </p:cNvSpPr>
          <p:nvPr/>
        </p:nvSpPr>
        <p:spPr>
          <a:xfrm>
            <a:off x="7543800" y="4581525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Awards and closing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3DB922-6365-4BF5-87A5-50BC2C08DAB6}"/>
              </a:ext>
            </a:extLst>
          </p:cNvPr>
          <p:cNvSpPr>
            <a:spLocks noGrp="1"/>
          </p:cNvSpPr>
          <p:nvPr/>
        </p:nvSpPr>
        <p:spPr>
          <a:xfrm>
            <a:off x="6534150" y="5029200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6100"/>
                </a:solidFill>
                <a:latin typeface="Arial"/>
                <a:ea typeface="Arial"/>
                <a:cs typeface="Arial"/>
              </a:rPr>
              <a:t>3:30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716768-308D-485C-A80C-D75A4579BCFA}"/>
              </a:ext>
            </a:extLst>
          </p:cNvPr>
          <p:cNvSpPr>
            <a:spLocks noGrp="1"/>
          </p:cNvSpPr>
          <p:nvPr/>
        </p:nvSpPr>
        <p:spPr>
          <a:xfrm>
            <a:off x="7543800" y="50292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Event concludes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44DE34-3A3F-4E39-8BF5-9EA4638736A6}"/>
              </a:ext>
            </a:extLst>
          </p:cNvPr>
          <p:cNvSpPr>
            <a:spLocks noGrp="1"/>
          </p:cNvSpPr>
          <p:nvPr/>
        </p:nvSpPr>
        <p:spPr>
          <a:xfrm>
            <a:off x="6667500" y="5543550"/>
            <a:ext cx="4286250" cy="571500"/>
          </a:xfrm>
          <a:prstGeom prst="roundRect">
            <a:avLst>
              <a:gd name="adj" fmla="val 20000"/>
            </a:avLst>
          </a:prstGeom>
          <a:solidFill>
            <a:srgbClr val="FBE7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EF8A56-14F6-4C77-A8CC-A7DB03C67A1B}"/>
              </a:ext>
            </a:extLst>
          </p:cNvPr>
          <p:cNvSpPr>
            <a:spLocks noGrp="1"/>
          </p:cNvSpPr>
          <p:nvPr/>
        </p:nvSpPr>
        <p:spPr>
          <a:xfrm>
            <a:off x="6819900" y="5624512"/>
            <a:ext cx="398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Plan for an </a:t>
            </a:r>
            <a:r>
              <a:rPr lang="en-US" sz="13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10</a:t>
            </a:r>
            <a:r>
              <a:rPr sz="13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-minute team presentation slot,</a:t>
            </a:r>
          </a:p>
          <a:p>
            <a:pPr algn="ctr">
              <a:defRPr sz="13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including questions.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7015C2-4ADC-FF4E-AE8A-179D534E876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35591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E1FD57-EF16-4E43-BBD7-1EA8C567FEC2}"/>
              </a:ext>
            </a:extLst>
          </p:cNvPr>
          <p:cNvSpPr>
            <a:spLocks noGrp="1"/>
          </p:cNvSpPr>
          <p:nvPr/>
        </p:nvSpPr>
        <p:spPr>
          <a:xfrm>
            <a:off x="552450" y="786576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1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 productive first hour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79070-742B-4FD5-AB11-FB6EFBF249D8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D6DA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6598D-EB45-4541-9F55-46D51159D99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Department of Mathematics and Statistics · College of Sciences and Mathematics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490AC9-A959-4515-A46A-D8170FBE697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125" b="1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653608-8A10-4D03-B804-F2E6F4DA5866}"/>
              </a:ext>
            </a:extLst>
          </p:cNvPr>
          <p:cNvSpPr>
            <a:spLocks noGrp="1"/>
          </p:cNvSpPr>
          <p:nvPr/>
        </p:nvSpPr>
        <p:spPr>
          <a:xfrm>
            <a:off x="895350" y="236526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49F242-91F7-4F68-ADB5-43A7462294AD}"/>
              </a:ext>
            </a:extLst>
          </p:cNvPr>
          <p:cNvSpPr>
            <a:spLocks noGrp="1"/>
          </p:cNvSpPr>
          <p:nvPr/>
        </p:nvSpPr>
        <p:spPr>
          <a:xfrm>
            <a:off x="1466850" y="2346218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Verify the package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7A329-3966-49D5-B348-4998B854A4F2}"/>
              </a:ext>
            </a:extLst>
          </p:cNvPr>
          <p:cNvSpPr>
            <a:spLocks noGrp="1"/>
          </p:cNvSpPr>
          <p:nvPr/>
        </p:nvSpPr>
        <p:spPr>
          <a:xfrm>
            <a:off x="1466850" y="2651018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lang="en-US" sz="14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Open and read through </a:t>
            </a:r>
            <a:r>
              <a:rPr sz="14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the Participant Guide</a:t>
            </a:r>
            <a:r>
              <a:rPr lang="en-US" sz="14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 (docs folder)</a:t>
            </a:r>
            <a:r>
              <a:rPr sz="1425" b="0" i="0" dirty="0">
                <a:solidFill>
                  <a:srgbClr val="63646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BCBD7F-6023-49A3-A836-270117D87B16}"/>
              </a:ext>
            </a:extLst>
          </p:cNvPr>
          <p:cNvSpPr>
            <a:spLocks noGrp="1"/>
          </p:cNvSpPr>
          <p:nvPr/>
        </p:nvSpPr>
        <p:spPr>
          <a:xfrm>
            <a:off x="895350" y="34511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7288F8-F325-4447-B527-2B5C1F19B35A}"/>
              </a:ext>
            </a:extLst>
          </p:cNvPr>
          <p:cNvSpPr>
            <a:spLocks noGrp="1"/>
          </p:cNvSpPr>
          <p:nvPr/>
        </p:nvSpPr>
        <p:spPr>
          <a:xfrm>
            <a:off x="1466850" y="3432068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Assign team roles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0DFE1-E26D-43C9-83D3-48068772D360}"/>
              </a:ext>
            </a:extLst>
          </p:cNvPr>
          <p:cNvSpPr>
            <a:spLocks noGrp="1"/>
          </p:cNvSpPr>
          <p:nvPr/>
        </p:nvSpPr>
        <p:spPr>
          <a:xfrm>
            <a:off x="1466850" y="3736868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Name owners for modeling, pipeline, business framing and presentation.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D6BD93-1713-487E-8B79-2AD6815B9D5F}"/>
              </a:ext>
            </a:extLst>
          </p:cNvPr>
          <p:cNvSpPr>
            <a:spLocks noGrp="1"/>
          </p:cNvSpPr>
          <p:nvPr/>
        </p:nvSpPr>
        <p:spPr>
          <a:xfrm>
            <a:off x="895350" y="453696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2CD8A-75B8-45D7-B36E-5AA0E7DB53FD}"/>
              </a:ext>
            </a:extLst>
          </p:cNvPr>
          <p:cNvSpPr>
            <a:spLocks noGrp="1"/>
          </p:cNvSpPr>
          <p:nvPr/>
        </p:nvSpPr>
        <p:spPr>
          <a:xfrm>
            <a:off x="1466850" y="4517918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Run the starter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6B4B44-45D0-4C6E-AC29-6A7427565C5A}"/>
              </a:ext>
            </a:extLst>
          </p:cNvPr>
          <p:cNvSpPr>
            <a:spLocks noGrp="1"/>
          </p:cNvSpPr>
          <p:nvPr/>
        </p:nvSpPr>
        <p:spPr>
          <a:xfrm>
            <a:off x="1466850" y="4822718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Confirm that the environment produces a valid prediction file.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A78FF0-6685-457E-A54B-76EF9BD0FEAA}"/>
              </a:ext>
            </a:extLst>
          </p:cNvPr>
          <p:cNvSpPr>
            <a:spLocks noGrp="1"/>
          </p:cNvSpPr>
          <p:nvPr/>
        </p:nvSpPr>
        <p:spPr>
          <a:xfrm>
            <a:off x="6305550" y="236526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05C61D-B9F8-4E56-B563-6666B9A534B8}"/>
              </a:ext>
            </a:extLst>
          </p:cNvPr>
          <p:cNvSpPr>
            <a:spLocks noGrp="1"/>
          </p:cNvSpPr>
          <p:nvPr/>
        </p:nvSpPr>
        <p:spPr>
          <a:xfrm>
            <a:off x="6877050" y="2346218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Agree on validation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AC9CB5-B82A-471B-AD5A-E55DF856DD8A}"/>
              </a:ext>
            </a:extLst>
          </p:cNvPr>
          <p:cNvSpPr>
            <a:spLocks noGrp="1"/>
          </p:cNvSpPr>
          <p:nvPr/>
        </p:nvSpPr>
        <p:spPr>
          <a:xfrm>
            <a:off x="6877050" y="2651018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Choose the metric, holdout discipline and decision questions before tuning.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8C88D0-8EF5-40D2-AE52-2CAFD9CA7B02}"/>
              </a:ext>
            </a:extLst>
          </p:cNvPr>
          <p:cNvSpPr>
            <a:spLocks noGrp="1"/>
          </p:cNvSpPr>
          <p:nvPr/>
        </p:nvSpPr>
        <p:spPr>
          <a:xfrm>
            <a:off x="6305550" y="345111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4A6A05-FA04-4150-8A70-8EEBA2DDA16D}"/>
              </a:ext>
            </a:extLst>
          </p:cNvPr>
          <p:cNvSpPr>
            <a:spLocks noGrp="1"/>
          </p:cNvSpPr>
          <p:nvPr/>
        </p:nvSpPr>
        <p:spPr>
          <a:xfrm>
            <a:off x="6877050" y="3432068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Create a simple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CA0D7B-6E77-42BF-94DB-D529F8BAC11C}"/>
              </a:ext>
            </a:extLst>
          </p:cNvPr>
          <p:cNvSpPr>
            <a:spLocks noGrp="1"/>
          </p:cNvSpPr>
          <p:nvPr/>
        </p:nvSpPr>
        <p:spPr>
          <a:xfrm>
            <a:off x="6877050" y="3736868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Earn a reliable reference point before trying advanced models.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5E789D1-DC78-45F0-BDB9-060824A3FBB6}"/>
              </a:ext>
            </a:extLst>
          </p:cNvPr>
          <p:cNvSpPr>
            <a:spLocks noGrp="1"/>
          </p:cNvSpPr>
          <p:nvPr/>
        </p:nvSpPr>
        <p:spPr>
          <a:xfrm>
            <a:off x="6305550" y="4536968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861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36D2A2-8523-4D13-ACEE-948C7803246F}"/>
              </a:ext>
            </a:extLst>
          </p:cNvPr>
          <p:cNvSpPr>
            <a:spLocks noGrp="1"/>
          </p:cNvSpPr>
          <p:nvPr/>
        </p:nvSpPr>
        <p:spPr>
          <a:xfrm>
            <a:off x="6877050" y="4517918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341"/>
                </a:solidFill>
                <a:latin typeface="Arial"/>
                <a:ea typeface="Arial"/>
                <a:cs typeface="Arial"/>
              </a:rPr>
              <a:t>Keep a decision log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948DDD-77A6-4A03-BBAA-EC6C81075FE8}"/>
              </a:ext>
            </a:extLst>
          </p:cNvPr>
          <p:cNvSpPr>
            <a:spLocks noGrp="1"/>
          </p:cNvSpPr>
          <p:nvPr/>
        </p:nvSpPr>
        <p:spPr>
          <a:xfrm>
            <a:off x="6877050" y="4822718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6364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36466"/>
                </a:solidFill>
                <a:latin typeface="Arial"/>
                <a:ea typeface="Arial"/>
                <a:cs typeface="Arial"/>
              </a:rPr>
              <a:t>Record assumptions, experiments, external resources and final choices.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18DD1F-43E1-41D7-AEF5-06280573AED0}"/>
              </a:ext>
            </a:extLst>
          </p:cNvPr>
          <p:cNvSpPr>
            <a:spLocks noGrp="1"/>
          </p:cNvSpPr>
          <p:nvPr/>
        </p:nvSpPr>
        <p:spPr>
          <a:xfrm>
            <a:off x="2209800" y="5615444"/>
            <a:ext cx="7772400" cy="756468"/>
          </a:xfrm>
          <a:prstGeom prst="roundRect">
            <a:avLst>
              <a:gd name="adj" fmla="val 27586"/>
            </a:avLst>
          </a:prstGeom>
          <a:solidFill>
            <a:srgbClr val="DDEF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C64266-C3D0-42AF-B018-7EDF5C1E719C}"/>
              </a:ext>
            </a:extLst>
          </p:cNvPr>
          <p:cNvSpPr>
            <a:spLocks noGrp="1"/>
          </p:cNvSpPr>
          <p:nvPr/>
        </p:nvSpPr>
        <p:spPr>
          <a:xfrm>
            <a:off x="2400300" y="5724681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0B2341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B2341"/>
                </a:solidFill>
                <a:latin typeface="Arial"/>
                <a:ea typeface="Arial"/>
                <a:cs typeface="Arial"/>
              </a:rPr>
              <a:t>The first hour should reduce uncertainty, not maximize model complexity.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C14D767-54C5-2618-8777-866A4592C7E5}"/>
              </a:ext>
            </a:extLst>
          </p:cNvPr>
          <p:cNvSpPr>
            <a:spLocks noGrp="1"/>
          </p:cNvSpPr>
          <p:nvPr/>
        </p:nvSpPr>
        <p:spPr>
          <a:xfrm>
            <a:off x="1907458" y="1720636"/>
            <a:ext cx="8937522" cy="447996"/>
          </a:xfrm>
          <a:prstGeom prst="roundRect">
            <a:avLst>
              <a:gd name="adj" fmla="val 20000"/>
            </a:avLst>
          </a:prstGeom>
          <a:solidFill>
            <a:srgbClr val="FBE7D8"/>
          </a:solidFill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50" b="1" dirty="0">
                <a:solidFill>
                  <a:srgbClr val="E86100"/>
                </a:solidFill>
                <a:latin typeface="Arial"/>
                <a:cs typeface="Arial"/>
              </a:rPr>
              <a:t>      Data will be released in public repository “</a:t>
            </a:r>
            <a:r>
              <a:rPr lang="en-US" sz="1350" b="1" dirty="0" err="1">
                <a:solidFill>
                  <a:srgbClr val="E86100"/>
                </a:solidFill>
                <a:latin typeface="Arial"/>
                <a:cs typeface="Arial"/>
              </a:rPr>
              <a:t>participant_package</a:t>
            </a:r>
            <a:r>
              <a:rPr lang="en-US" sz="1350" b="1" dirty="0">
                <a:solidFill>
                  <a:srgbClr val="E86100"/>
                </a:solidFill>
                <a:latin typeface="Arial"/>
                <a:cs typeface="Arial"/>
              </a:rPr>
              <a:t>” in the hackathon GitHub organization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825D40-883D-0920-FC83-8A6FCFB3E1D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REGIONS-</a:t>
            </a:r>
            <a:r>
              <a:rPr sz="1050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AUBURN DATA HACKATHON</a:t>
            </a:r>
          </a:p>
        </p:txBody>
      </p:sp>
    </p:spTree>
    <p:extLst>
      <p:ext uri="{BB962C8B-B14F-4D97-AF65-F5344CB8AC3E}">
        <p14:creationId xmlns:p14="http://schemas.microsoft.com/office/powerpoint/2010/main" val="18616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418542-3B8E-4971-8660-0B003615A8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341">
              <a:alpha val="8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5605" y="457200"/>
            <a:ext cx="4085640" cy="60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E411E5-D902-4316-A465-10D8FD8A4325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10439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before the data release?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CBDCD7-AE87-4B7B-8CAE-F4A6838C722A}"/>
              </a:ext>
            </a:extLst>
          </p:cNvPr>
          <p:cNvSpPr>
            <a:spLocks noGrp="1"/>
          </p:cNvSpPr>
          <p:nvPr/>
        </p:nvSpPr>
        <p:spPr>
          <a:xfrm>
            <a:off x="1885950" y="3219450"/>
            <a:ext cx="8420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Clarify the problem, rules or submission format now.</a:t>
            </a:r>
          </a:p>
          <a:p>
            <a:pPr algn="ctr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 10:00 a.m., the hackathon officially begins.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FAF80-8E48-40E6-AAB2-28F1FFE9E9F0}"/>
              </a:ext>
            </a:extLst>
          </p:cNvPr>
          <p:cNvSpPr>
            <a:spLocks noGrp="1"/>
          </p:cNvSpPr>
          <p:nvPr/>
        </p:nvSpPr>
        <p:spPr>
          <a:xfrm>
            <a:off x="4476750" y="4495800"/>
            <a:ext cx="3238500" cy="76200"/>
          </a:xfrm>
          <a:prstGeom prst="rect">
            <a:avLst/>
          </a:prstGeom>
          <a:solidFill>
            <a:srgbClr val="E86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E7426-E34A-48D8-9C0F-EF5CAF8EB47F}"/>
              </a:ext>
            </a:extLst>
          </p:cNvPr>
          <p:cNvSpPr>
            <a:spLocks noGrp="1"/>
          </p:cNvSpPr>
          <p:nvPr/>
        </p:nvSpPr>
        <p:spPr>
          <a:xfrm>
            <a:off x="1943100" y="4953000"/>
            <a:ext cx="830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0" i="0">
                <a:solidFill>
                  <a:srgbClr val="E6ECF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E6ECF2"/>
                </a:solidFill>
                <a:latin typeface="Arial"/>
                <a:ea typeface="Arial"/>
                <a:cs typeface="Arial"/>
              </a:rPr>
              <a:t>Participant package  ·  Participant Guide  ·  Starter code  ·  Submission template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EA3AD-362A-40C6-8968-6B09C54F2588}"/>
              </a:ext>
            </a:extLst>
          </p:cNvPr>
          <p:cNvSpPr>
            <a:spLocks noGrp="1"/>
          </p:cNvSpPr>
          <p:nvPr/>
        </p:nvSpPr>
        <p:spPr>
          <a:xfrm>
            <a:off x="3962400" y="5829300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2025" b="1" i="0">
                <a:solidFill>
                  <a:srgbClr val="E86100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War Eagle</a:t>
            </a:r>
            <a:r>
              <a:rPr lang="en-US" sz="2025" b="1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!...</a:t>
            </a:r>
            <a:r>
              <a:rPr sz="2025" b="1" i="0" dirty="0">
                <a:solidFill>
                  <a:srgbClr val="E86100"/>
                </a:solidFill>
                <a:latin typeface="Arial"/>
                <a:ea typeface="Arial"/>
                <a:cs typeface="Arial"/>
              </a:rPr>
              <a:t> and good luck.</a:t>
            </a:r>
          </a:p>
        </p:txBody>
      </p:sp>
    </p:spTree>
    <p:extLst>
      <p:ext uri="{BB962C8B-B14F-4D97-AF65-F5344CB8AC3E}">
        <p14:creationId xmlns:p14="http://schemas.microsoft.com/office/powerpoint/2010/main" val="2014481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1180</Words>
  <Application>Microsoft Office PowerPoint</Application>
  <DocSecurity>0</DocSecurity>
  <PresentationFormat>Widescreen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Roberto Molinari</cp:lastModifiedBy>
  <cp:revision>1</cp:revision>
  <dcterms:created xsi:type="dcterms:W3CDTF">2026-09-28T20:11:36Z</dcterms:created>
  <dcterms:modified xsi:type="dcterms:W3CDTF">2026-10-02T14:43:25Z</dcterms:modified>
</cp:coreProperties>
</file>